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8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Proxima Nova"/>
      <p:regular r:id="rId19"/>
      <p:bold r:id="rId20"/>
      <p:italic r:id="rId21"/>
      <p:boldItalic r:id="rId22"/>
    </p:embeddedFont>
    <p:embeddedFont>
      <p:font typeface="Robo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roximaNova-bold.fntdata"/><Relationship Id="rId22" Type="http://schemas.openxmlformats.org/officeDocument/2006/relationships/font" Target="fonts/ProximaNova-boldItalic.fntdata"/><Relationship Id="rId21" Type="http://schemas.openxmlformats.org/officeDocument/2006/relationships/font" Target="fonts/ProximaNova-italic.fntdata"/><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roximaNova-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11" name="Shape 611"/>
        <p:cNvGrpSpPr/>
        <p:nvPr/>
      </p:nvGrpSpPr>
      <p:grpSpPr>
        <a:xfrm>
          <a:off x="0" y="0"/>
          <a:ext cx="0" cy="0"/>
          <a:chOff x="0" y="0"/>
          <a:chExt cx="0" cy="0"/>
        </a:xfrm>
      </p:grpSpPr>
      <p:sp>
        <p:nvSpPr>
          <p:cNvPr id="612" name="Google Shape;612;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3" name="Google Shape;61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18" name="Shape 618"/>
        <p:cNvGrpSpPr/>
        <p:nvPr/>
      </p:nvGrpSpPr>
      <p:grpSpPr>
        <a:xfrm>
          <a:off x="0" y="0"/>
          <a:ext cx="0" cy="0"/>
          <a:chOff x="0" y="0"/>
          <a:chExt cx="0" cy="0"/>
        </a:xfrm>
      </p:grpSpPr>
      <p:sp>
        <p:nvSpPr>
          <p:cNvPr id="619" name="Google Shape;61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620" name="Google Shape;62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26" name="Shape 626"/>
        <p:cNvGrpSpPr/>
        <p:nvPr/>
      </p:nvGrpSpPr>
      <p:grpSpPr>
        <a:xfrm>
          <a:off x="0" y="0"/>
          <a:ext cx="0" cy="0"/>
          <a:chOff x="0" y="0"/>
          <a:chExt cx="0" cy="0"/>
        </a:xfrm>
      </p:grpSpPr>
      <p:sp>
        <p:nvSpPr>
          <p:cNvPr id="627" name="Google Shape;627;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38" name="Shape 638"/>
        <p:cNvGrpSpPr/>
        <p:nvPr/>
      </p:nvGrpSpPr>
      <p:grpSpPr>
        <a:xfrm>
          <a:off x="0" y="0"/>
          <a:ext cx="0" cy="0"/>
          <a:chOff x="0" y="0"/>
          <a:chExt cx="0" cy="0"/>
        </a:xfrm>
      </p:grpSpPr>
      <p:sp>
        <p:nvSpPr>
          <p:cNvPr id="639" name="Google Shape;639;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0" name="Google Shape;640;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45" name="Shape 645"/>
        <p:cNvGrpSpPr/>
        <p:nvPr/>
      </p:nvGrpSpPr>
      <p:grpSpPr>
        <a:xfrm>
          <a:off x="0" y="0"/>
          <a:ext cx="0" cy="0"/>
          <a:chOff x="0" y="0"/>
          <a:chExt cx="0" cy="0"/>
        </a:xfrm>
      </p:grpSpPr>
      <p:sp>
        <p:nvSpPr>
          <p:cNvPr id="646" name="Google Shape;646;g59891d1304_0_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7" name="Google Shape;647;g59891d1304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52" name="Shape 652"/>
        <p:cNvGrpSpPr/>
        <p:nvPr/>
      </p:nvGrpSpPr>
      <p:grpSpPr>
        <a:xfrm>
          <a:off x="0" y="0"/>
          <a:ext cx="0" cy="0"/>
          <a:chOff x="0" y="0"/>
          <a:chExt cx="0" cy="0"/>
        </a:xfrm>
      </p:grpSpPr>
      <p:sp>
        <p:nvSpPr>
          <p:cNvPr id="653" name="Google Shape;653;g59891d1304_0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4" name="Google Shape;654;g59891d1304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60" name="Shape 660"/>
        <p:cNvGrpSpPr/>
        <p:nvPr/>
      </p:nvGrpSpPr>
      <p:grpSpPr>
        <a:xfrm>
          <a:off x="0" y="0"/>
          <a:ext cx="0" cy="0"/>
          <a:chOff x="0" y="0"/>
          <a:chExt cx="0" cy="0"/>
        </a:xfrm>
      </p:grpSpPr>
      <p:sp>
        <p:nvSpPr>
          <p:cNvPr id="661" name="Google Shape;661;g59891d1304_0_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2" name="Google Shape;662;g59891d1304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67" name="Shape 667"/>
        <p:cNvGrpSpPr/>
        <p:nvPr/>
      </p:nvGrpSpPr>
      <p:grpSpPr>
        <a:xfrm>
          <a:off x="0" y="0"/>
          <a:ext cx="0" cy="0"/>
          <a:chOff x="0" y="0"/>
          <a:chExt cx="0" cy="0"/>
        </a:xfrm>
      </p:grpSpPr>
      <p:sp>
        <p:nvSpPr>
          <p:cNvPr id="668" name="Google Shape;668;g59891d1304_0_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9" name="Google Shape;669;g59891d1304_0_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74" name="Shape 674"/>
        <p:cNvGrpSpPr/>
        <p:nvPr/>
      </p:nvGrpSpPr>
      <p:grpSpPr>
        <a:xfrm>
          <a:off x="0" y="0"/>
          <a:ext cx="0" cy="0"/>
          <a:chOff x="0" y="0"/>
          <a:chExt cx="0" cy="0"/>
        </a:xfrm>
      </p:grpSpPr>
      <p:sp>
        <p:nvSpPr>
          <p:cNvPr id="675" name="Google Shape;675;g59891d1304_0_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g59891d1304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83" name="Shape 683"/>
        <p:cNvGrpSpPr/>
        <p:nvPr/>
      </p:nvGrpSpPr>
      <p:grpSpPr>
        <a:xfrm>
          <a:off x="0" y="0"/>
          <a:ext cx="0" cy="0"/>
          <a:chOff x="0" y="0"/>
          <a:chExt cx="0" cy="0"/>
        </a:xfrm>
      </p:grpSpPr>
      <p:sp>
        <p:nvSpPr>
          <p:cNvPr id="684" name="Google Shape;684;g59891d1304_0_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5" name="Google Shape;685;g59891d1304_0_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0" name="Shape 690"/>
        <p:cNvGrpSpPr/>
        <p:nvPr/>
      </p:nvGrpSpPr>
      <p:grpSpPr>
        <a:xfrm>
          <a:off x="0" y="0"/>
          <a:ext cx="0" cy="0"/>
          <a:chOff x="0" y="0"/>
          <a:chExt cx="0" cy="0"/>
        </a:xfrm>
      </p:grpSpPr>
      <p:sp>
        <p:nvSpPr>
          <p:cNvPr id="691" name="Google Shape;691;g59891d1304_0_4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 name="Google Shape;692;g59891d1304_0_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97" name="Shape 697"/>
        <p:cNvGrpSpPr/>
        <p:nvPr/>
      </p:nvGrpSpPr>
      <p:grpSpPr>
        <a:xfrm>
          <a:off x="0" y="0"/>
          <a:ext cx="0" cy="0"/>
          <a:chOff x="0" y="0"/>
          <a:chExt cx="0" cy="0"/>
        </a:xfrm>
      </p:grpSpPr>
      <p:sp>
        <p:nvSpPr>
          <p:cNvPr id="698" name="Google Shape;698;g59891d1304_0_6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9" name="Google Shape;699;g59891d1304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04" name="Shape 704"/>
        <p:cNvGrpSpPr/>
        <p:nvPr/>
      </p:nvGrpSpPr>
      <p:grpSpPr>
        <a:xfrm>
          <a:off x="0" y="0"/>
          <a:ext cx="0" cy="0"/>
          <a:chOff x="0" y="0"/>
          <a:chExt cx="0" cy="0"/>
        </a:xfrm>
      </p:grpSpPr>
      <p:sp>
        <p:nvSpPr>
          <p:cNvPr id="705" name="Google Shape;705;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6" name="Google Shape;706;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9.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9.png"/><Relationship Id="rId4" Type="http://schemas.openxmlformats.org/officeDocument/2006/relationships/image" Target="../media/image9.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2.png"/><Relationship Id="rId4" Type="http://schemas.openxmlformats.org/officeDocument/2006/relationships/image" Target="../media/image14.png"/><Relationship Id="rId10" Type="http://schemas.openxmlformats.org/officeDocument/2006/relationships/image" Target="../media/image9.png"/><Relationship Id="rId9" Type="http://schemas.openxmlformats.org/officeDocument/2006/relationships/image" Target="../media/image26.png"/><Relationship Id="rId5" Type="http://schemas.openxmlformats.org/officeDocument/2006/relationships/image" Target="../media/image23.png"/><Relationship Id="rId6" Type="http://schemas.openxmlformats.org/officeDocument/2006/relationships/image" Target="../media/image17.png"/><Relationship Id="rId7" Type="http://schemas.openxmlformats.org/officeDocument/2006/relationships/image" Target="../media/image24.png"/><Relationship Id="rId8" Type="http://schemas.openxmlformats.org/officeDocument/2006/relationships/image" Target="../media/image2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25.png"/><Relationship Id="rId4" Type="http://schemas.openxmlformats.org/officeDocument/2006/relationships/image" Target="../media/image27.png"/><Relationship Id="rId11" Type="http://schemas.openxmlformats.org/officeDocument/2006/relationships/image" Target="../media/image47.png"/><Relationship Id="rId10" Type="http://schemas.openxmlformats.org/officeDocument/2006/relationships/image" Target="../media/image37.png"/><Relationship Id="rId12" Type="http://schemas.openxmlformats.org/officeDocument/2006/relationships/image" Target="../media/image4.png"/><Relationship Id="rId9" Type="http://schemas.openxmlformats.org/officeDocument/2006/relationships/image" Target="../media/image31.png"/><Relationship Id="rId5" Type="http://schemas.openxmlformats.org/officeDocument/2006/relationships/image" Target="../media/image29.png"/><Relationship Id="rId6" Type="http://schemas.openxmlformats.org/officeDocument/2006/relationships/image" Target="../media/image33.png"/><Relationship Id="rId7" Type="http://schemas.openxmlformats.org/officeDocument/2006/relationships/image" Target="../media/image30.png"/><Relationship Id="rId8" Type="http://schemas.openxmlformats.org/officeDocument/2006/relationships/image" Target="../media/image3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2.png"/><Relationship Id="rId3"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6.png"/><Relationship Id="rId4"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35.png"/><Relationship Id="rId5"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5.png"/><Relationship Id="rId4" Type="http://schemas.openxmlformats.org/officeDocument/2006/relationships/image" Target="../media/image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22.png"/><Relationship Id="rId4" Type="http://schemas.openxmlformats.org/officeDocument/2006/relationships/image" Target="../media/image14.png"/><Relationship Id="rId10" Type="http://schemas.openxmlformats.org/officeDocument/2006/relationships/image" Target="../media/image4.png"/><Relationship Id="rId9" Type="http://schemas.openxmlformats.org/officeDocument/2006/relationships/image" Target="../media/image26.png"/><Relationship Id="rId5" Type="http://schemas.openxmlformats.org/officeDocument/2006/relationships/image" Target="../media/image23.png"/><Relationship Id="rId6" Type="http://schemas.openxmlformats.org/officeDocument/2006/relationships/image" Target="../media/image17.png"/><Relationship Id="rId7" Type="http://schemas.openxmlformats.org/officeDocument/2006/relationships/image" Target="../media/image24.png"/><Relationship Id="rId8" Type="http://schemas.openxmlformats.org/officeDocument/2006/relationships/image" Target="../media/image21.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Title Slide">
  <p:cSld name="1_Title Slide">
    <p:spTree>
      <p:nvGrpSpPr>
        <p:cNvPr id="14" name="Shape 14"/>
        <p:cNvGrpSpPr/>
        <p:nvPr/>
      </p:nvGrpSpPr>
      <p:grpSpPr>
        <a:xfrm>
          <a:off x="0" y="0"/>
          <a:ext cx="0" cy="0"/>
          <a:chOff x="0" y="0"/>
          <a:chExt cx="0" cy="0"/>
        </a:xfrm>
      </p:grpSpPr>
      <p:sp>
        <p:nvSpPr>
          <p:cNvPr id="15" name="Google Shape;15;p2"/>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 name="Google Shape;16;p2"/>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lstStyle>
            <a:lvl1pPr lvl="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1pPr>
            <a:lvl2pPr lvl="1" marR="0" rtl="0" algn="ctr">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375"/>
              </a:spcBef>
              <a:spcAft>
                <a:spcPts val="0"/>
              </a:spcAft>
              <a:buClr>
                <a:schemeClr val="dk1"/>
              </a:buClr>
              <a:buSzPts val="1350"/>
              <a:buFont typeface="Arial"/>
              <a:buNone/>
              <a:defRPr b="0" i="0" sz="1350" u="none" cap="none" strike="noStrike">
                <a:solidFill>
                  <a:schemeClr val="dk1"/>
                </a:solidFill>
                <a:latin typeface="Calibri"/>
                <a:ea typeface="Calibri"/>
                <a:cs typeface="Calibri"/>
                <a:sym typeface="Calibri"/>
              </a:defRPr>
            </a:lvl3pPr>
            <a:lvl4pPr lvl="3"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17" name="Google Shape;17;p2"/>
          <p:cNvSpPr txBox="1"/>
          <p:nvPr>
            <p:ph idx="10" type="dt"/>
          </p:nvPr>
        </p:nvSpPr>
        <p:spPr>
          <a:xfrm>
            <a:off x="663921" y="4653887"/>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solidFill>
                  <a:srgbClr val="E72D4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616976" y="4012406"/>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rgbClr val="E72D40"/>
                </a:solidFill>
                <a:latin typeface="Proxima Nova"/>
                <a:ea typeface="Proxima Nova"/>
                <a:cs typeface="Proxima Nova"/>
                <a:sym typeface="Proxima Nova"/>
              </a:defRPr>
            </a:lvl1pPr>
            <a:lvl2pPr indent="0" lvl="1" marL="0" algn="r">
              <a:spcBef>
                <a:spcPts val="0"/>
              </a:spcBef>
              <a:buNone/>
              <a:defRPr b="0" i="0" sz="900" u="none" cap="none" strike="noStrike">
                <a:solidFill>
                  <a:srgbClr val="E72D40"/>
                </a:solidFill>
                <a:latin typeface="Proxima Nova"/>
                <a:ea typeface="Proxima Nova"/>
                <a:cs typeface="Proxima Nova"/>
                <a:sym typeface="Proxima Nova"/>
              </a:defRPr>
            </a:lvl2pPr>
            <a:lvl3pPr indent="0" lvl="2" marL="0" algn="r">
              <a:spcBef>
                <a:spcPts val="0"/>
              </a:spcBef>
              <a:buNone/>
              <a:defRPr b="0" i="0" sz="900" u="none" cap="none" strike="noStrike">
                <a:solidFill>
                  <a:srgbClr val="E72D40"/>
                </a:solidFill>
                <a:latin typeface="Proxima Nova"/>
                <a:ea typeface="Proxima Nova"/>
                <a:cs typeface="Proxima Nova"/>
                <a:sym typeface="Proxima Nova"/>
              </a:defRPr>
            </a:lvl3pPr>
            <a:lvl4pPr indent="0" lvl="3" marL="0" algn="r">
              <a:spcBef>
                <a:spcPts val="0"/>
              </a:spcBef>
              <a:buNone/>
              <a:defRPr b="0" i="0" sz="900" u="none" cap="none" strike="noStrike">
                <a:solidFill>
                  <a:srgbClr val="E72D40"/>
                </a:solidFill>
                <a:latin typeface="Proxima Nova"/>
                <a:ea typeface="Proxima Nova"/>
                <a:cs typeface="Proxima Nova"/>
                <a:sym typeface="Proxima Nova"/>
              </a:defRPr>
            </a:lvl4pPr>
            <a:lvl5pPr indent="0" lvl="4" marL="0" algn="r">
              <a:spcBef>
                <a:spcPts val="0"/>
              </a:spcBef>
              <a:buNone/>
              <a:defRPr b="0" i="0" sz="900" u="none" cap="none" strike="noStrike">
                <a:solidFill>
                  <a:srgbClr val="E72D40"/>
                </a:solidFill>
                <a:latin typeface="Proxima Nova"/>
                <a:ea typeface="Proxima Nova"/>
                <a:cs typeface="Proxima Nova"/>
                <a:sym typeface="Proxima Nova"/>
              </a:defRPr>
            </a:lvl5pPr>
            <a:lvl6pPr indent="0" lvl="5" marL="0" algn="r">
              <a:spcBef>
                <a:spcPts val="0"/>
              </a:spcBef>
              <a:buNone/>
              <a:defRPr b="0" i="0" sz="900" u="none" cap="none" strike="noStrike">
                <a:solidFill>
                  <a:srgbClr val="E72D40"/>
                </a:solidFill>
                <a:latin typeface="Proxima Nova"/>
                <a:ea typeface="Proxima Nova"/>
                <a:cs typeface="Proxima Nova"/>
                <a:sym typeface="Proxima Nova"/>
              </a:defRPr>
            </a:lvl6pPr>
            <a:lvl7pPr indent="0" lvl="6" marL="0" algn="r">
              <a:spcBef>
                <a:spcPts val="0"/>
              </a:spcBef>
              <a:buNone/>
              <a:defRPr b="0" i="0" sz="900" u="none" cap="none" strike="noStrike">
                <a:solidFill>
                  <a:srgbClr val="E72D40"/>
                </a:solidFill>
                <a:latin typeface="Proxima Nova"/>
                <a:ea typeface="Proxima Nova"/>
                <a:cs typeface="Proxima Nova"/>
                <a:sym typeface="Proxima Nova"/>
              </a:defRPr>
            </a:lvl7pPr>
            <a:lvl8pPr indent="0" lvl="7" marL="0" algn="r">
              <a:spcBef>
                <a:spcPts val="0"/>
              </a:spcBef>
              <a:buNone/>
              <a:defRPr b="0" i="0" sz="900" u="none" cap="none" strike="noStrike">
                <a:solidFill>
                  <a:srgbClr val="E72D40"/>
                </a:solidFill>
                <a:latin typeface="Proxima Nova"/>
                <a:ea typeface="Proxima Nova"/>
                <a:cs typeface="Proxima Nova"/>
                <a:sym typeface="Proxima Nova"/>
              </a:defRPr>
            </a:lvl8pPr>
            <a:lvl9pPr indent="0" lvl="8" marL="0" algn="r">
              <a:spcBef>
                <a:spcPts val="0"/>
              </a:spcBef>
              <a:buNone/>
              <a:defRPr b="0" i="0" sz="900" u="none" cap="none" strike="noStrike">
                <a:solidFill>
                  <a:srgbClr val="E72D40"/>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9" name="Google Shape;19;p2"/>
          <p:cNvSpPr/>
          <p:nvPr/>
        </p:nvSpPr>
        <p:spPr>
          <a:xfrm>
            <a:off x="0" y="0"/>
            <a:ext cx="9144000" cy="465388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013" u="none" cap="none" strike="noStrike">
              <a:solidFill>
                <a:schemeClr val="lt1"/>
              </a:solidFill>
              <a:latin typeface="Calibri"/>
              <a:ea typeface="Calibri"/>
              <a:cs typeface="Calibri"/>
              <a:sym typeface="Calibri"/>
            </a:endParaRPr>
          </a:p>
        </p:txBody>
      </p:sp>
      <p:pic>
        <p:nvPicPr>
          <p:cNvPr id="20" name="Google Shape;20;p2"/>
          <p:cNvPicPr preferRelativeResize="0"/>
          <p:nvPr/>
        </p:nvPicPr>
        <p:blipFill rotWithShape="1">
          <a:blip r:embed="rId2">
            <a:alphaModFix/>
          </a:blip>
          <a:srcRect b="0" l="0" r="0" t="0"/>
          <a:stretch/>
        </p:blipFill>
        <p:spPr>
          <a:xfrm>
            <a:off x="663922" y="571887"/>
            <a:ext cx="2057400" cy="548993"/>
          </a:xfrm>
          <a:prstGeom prst="rect">
            <a:avLst/>
          </a:prstGeom>
          <a:noFill/>
          <a:ln>
            <a:noFill/>
          </a:ln>
        </p:spPr>
      </p:pic>
    </p:spTree>
  </p:cSld>
  <p:clrMapOvr>
    <a:masterClrMapping/>
  </p:clrMapOvr>
  <p:extLst>
    <p:ext uri="{DCECCB84-F9BA-43D5-87BE-67443E8EF086}">
      <p15:sldGuideLst>
        <p15:guide id="1" pos="397">
          <p15:clr>
            <a:srgbClr val="FBAE40"/>
          </p15:clr>
        </p15:guide>
        <p15:guide id="2" orient="horz" pos="378">
          <p15:clr>
            <a:srgbClr val="FBAE40"/>
          </p15:clr>
        </p15:guide>
        <p15:guide id="3" orient="horz" pos="923">
          <p15:clr>
            <a:srgbClr val="FBAE40"/>
          </p15:clr>
        </p15:guide>
        <p15:guide id="4" orient="horz" pos="1756">
          <p15:clr>
            <a:srgbClr val="FBAE40"/>
          </p15:clr>
        </p15:guide>
        <p15:guide id="5" pos="332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Divider">
  <p:cSld name="2_Divider">
    <p:spTree>
      <p:nvGrpSpPr>
        <p:cNvPr id="21" name="Shape 21"/>
        <p:cNvGrpSpPr/>
        <p:nvPr/>
      </p:nvGrpSpPr>
      <p:grpSpPr>
        <a:xfrm>
          <a:off x="0" y="0"/>
          <a:ext cx="0" cy="0"/>
          <a:chOff x="0" y="0"/>
          <a:chExt cx="0" cy="0"/>
        </a:xfrm>
      </p:grpSpPr>
      <p:sp>
        <p:nvSpPr>
          <p:cNvPr id="22" name="Google Shape;22;p3"/>
          <p:cNvSpPr/>
          <p:nvPr>
            <p:ph idx="2" type="pic"/>
          </p:nvPr>
        </p:nvSpPr>
        <p:spPr>
          <a:xfrm>
            <a:off x="0" y="0"/>
            <a:ext cx="9144000" cy="5143500"/>
          </a:xfrm>
          <a:prstGeom prst="rect">
            <a:avLst/>
          </a:prstGeom>
          <a:noFill/>
          <a:ln>
            <a:noFill/>
          </a:ln>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 name="Google Shape;23;p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4" name="Google Shape;24;p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25" name="Google Shape;25;p3"/>
          <p:cNvPicPr preferRelativeResize="0"/>
          <p:nvPr/>
        </p:nvPicPr>
        <p:blipFill rotWithShape="1">
          <a:blip r:embed="rId2">
            <a:alphaModFix/>
          </a:blip>
          <a:srcRect b="0" l="0" r="0" t="0"/>
          <a:stretch/>
        </p:blipFill>
        <p:spPr>
          <a:xfrm>
            <a:off x="628650" y="546100"/>
            <a:ext cx="3259769" cy="4033989"/>
          </a:xfrm>
          <a:prstGeom prst="rect">
            <a:avLst/>
          </a:prstGeom>
          <a:noFill/>
          <a:ln>
            <a:noFill/>
          </a:ln>
        </p:spPr>
      </p:pic>
      <p:sp>
        <p:nvSpPr>
          <p:cNvPr id="26" name="Google Shape;26;p3"/>
          <p:cNvSpPr txBox="1"/>
          <p:nvPr/>
        </p:nvSpPr>
        <p:spPr>
          <a:xfrm>
            <a:off x="971550" y="1260629"/>
            <a:ext cx="2552886" cy="15802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b="0" i="0" lang="en-IN" sz="1400" u="none" cap="none" strike="noStrike">
                <a:solidFill>
                  <a:schemeClr val="lt1"/>
                </a:solidFill>
                <a:latin typeface="Proxima Nova"/>
                <a:ea typeface="Proxima Nova"/>
                <a:cs typeface="Proxima Nova"/>
                <a:sym typeface="Proxima Nova"/>
              </a:rPr>
              <a:t>Edit Master text styles</a:t>
            </a:r>
            <a:endParaRPr b="0" i="0" sz="1800" u="none" cap="none" strike="noStrike">
              <a:solidFill>
                <a:schemeClr val="dk1"/>
              </a:solidFill>
              <a:latin typeface="Calibri"/>
              <a:ea typeface="Calibri"/>
              <a:cs typeface="Calibri"/>
              <a:sym typeface="Calibri"/>
            </a:endParaRPr>
          </a:p>
        </p:txBody>
      </p:sp>
      <p:pic>
        <p:nvPicPr>
          <p:cNvPr id="27" name="Google Shape;27;p3"/>
          <p:cNvPicPr preferRelativeResize="0"/>
          <p:nvPr/>
        </p:nvPicPr>
        <p:blipFill rotWithShape="1">
          <a:blip r:embed="rId2">
            <a:alphaModFix/>
          </a:blip>
          <a:srcRect b="0" l="0" r="0" t="0"/>
          <a:stretch/>
        </p:blipFill>
        <p:spPr>
          <a:xfrm>
            <a:off x="628650" y="546100"/>
            <a:ext cx="3259769" cy="4033989"/>
          </a:xfrm>
          <a:prstGeom prst="rect">
            <a:avLst/>
          </a:prstGeom>
          <a:noFill/>
          <a:ln>
            <a:noFill/>
          </a:ln>
        </p:spPr>
      </p:pic>
      <p:sp>
        <p:nvSpPr>
          <p:cNvPr id="28" name="Google Shape;28;p3"/>
          <p:cNvSpPr txBox="1"/>
          <p:nvPr/>
        </p:nvSpPr>
        <p:spPr>
          <a:xfrm>
            <a:off x="971550" y="1260629"/>
            <a:ext cx="2552886" cy="15802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b="0" i="0" lang="en-IN" sz="1400" u="none" cap="none" strike="noStrike">
                <a:solidFill>
                  <a:schemeClr val="lt1"/>
                </a:solidFill>
                <a:latin typeface="Proxima Nova"/>
                <a:ea typeface="Proxima Nova"/>
                <a:cs typeface="Proxima Nova"/>
                <a:sym typeface="Proxima Nova"/>
              </a:rPr>
              <a:t>Edit Master text styles</a:t>
            </a:r>
            <a:endParaRPr b="0" i="0" sz="1800" u="none" cap="none" strike="noStrike">
              <a:solidFill>
                <a:schemeClr val="dk1"/>
              </a:solidFill>
              <a:latin typeface="Calibri"/>
              <a:ea typeface="Calibri"/>
              <a:cs typeface="Calibri"/>
              <a:sym typeface="Calibri"/>
            </a:endParaRPr>
          </a:p>
        </p:txBody>
      </p:sp>
    </p:spTree>
  </p:cSld>
  <p:clrMapOvr>
    <a:masterClrMapping/>
  </p:clrMapOvr>
  <p:extLst>
    <p:ext uri="{DCECCB84-F9BA-43D5-87BE-67443E8EF086}">
      <p15:sldGuideLst>
        <p15:guide id="1" orient="horz" pos="2890">
          <p15:clr>
            <a:srgbClr val="FBAE40"/>
          </p15:clr>
        </p15:guide>
        <p15:guide id="2" pos="612">
          <p15:clr>
            <a:srgbClr val="FBAE40"/>
          </p15:clr>
        </p15:guide>
        <p15:guide id="3" pos="2222">
          <p15:clr>
            <a:srgbClr val="FBAE40"/>
          </p15:clr>
        </p15:guide>
        <p15:guide id="4" orient="horz" pos="16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Divider">
  <p:cSld name="Divider">
    <p:spTree>
      <p:nvGrpSpPr>
        <p:cNvPr id="29" name="Shape 29"/>
        <p:cNvGrpSpPr/>
        <p:nvPr/>
      </p:nvGrpSpPr>
      <p:grpSpPr>
        <a:xfrm>
          <a:off x="0" y="0"/>
          <a:ext cx="0" cy="0"/>
          <a:chOff x="0" y="0"/>
          <a:chExt cx="0" cy="0"/>
        </a:xfrm>
      </p:grpSpPr>
      <p:sp>
        <p:nvSpPr>
          <p:cNvPr id="30" name="Google Shape;30;p4"/>
          <p:cNvSpPr/>
          <p:nvPr/>
        </p:nvSpPr>
        <p:spPr>
          <a:xfrm>
            <a:off x="-431" y="0"/>
            <a:ext cx="9144000" cy="5143500"/>
          </a:xfrm>
          <a:prstGeom prst="rect">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1" name="Google Shape;31;p4"/>
          <p:cNvSpPr txBox="1"/>
          <p:nvPr>
            <p:ph type="title"/>
          </p:nvPr>
        </p:nvSpPr>
        <p:spPr>
          <a:xfrm>
            <a:off x="630238" y="544498"/>
            <a:ext cx="5990568" cy="562407"/>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3028950" y="4767263"/>
            <a:ext cx="3086100" cy="273844"/>
          </a:xfrm>
          <a:prstGeom prst="rect">
            <a:avLst/>
          </a:prstGeom>
          <a:noFill/>
          <a:ln>
            <a:noFill/>
          </a:ln>
        </p:spPr>
        <p:txBody>
          <a:bodyPr anchorCtr="0" anchor="t" bIns="45700" lIns="91425" spcFirstLastPara="1" rIns="91425" wrap="square" tIns="45700"/>
          <a:lstStyle>
            <a:lvl1pPr lvl="0" marR="0" rtl="0" algn="l">
              <a:spcBef>
                <a:spcPts val="0"/>
              </a:spcBef>
              <a:spcAft>
                <a:spcPts val="0"/>
              </a:spcAft>
              <a:buSzPts val="1400"/>
              <a:buNone/>
              <a:defRPr b="0" i="0" sz="1800" u="none" cap="none" strike="noStrike">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900" u="none" cap="none" strike="noStrike">
                <a:solidFill>
                  <a:schemeClr val="lt1"/>
                </a:solidFill>
                <a:latin typeface="Proxima Nova"/>
                <a:ea typeface="Proxima Nova"/>
                <a:cs typeface="Proxima Nova"/>
                <a:sym typeface="Proxima Nova"/>
              </a:defRPr>
            </a:lvl1pPr>
            <a:lvl2pPr indent="0" lvl="1" marL="0" algn="r">
              <a:spcBef>
                <a:spcPts val="0"/>
              </a:spcBef>
              <a:buNone/>
              <a:defRPr b="0" i="0" sz="900" u="none" cap="none" strike="noStrike">
                <a:solidFill>
                  <a:schemeClr val="lt1"/>
                </a:solidFill>
                <a:latin typeface="Proxima Nova"/>
                <a:ea typeface="Proxima Nova"/>
                <a:cs typeface="Proxima Nova"/>
                <a:sym typeface="Proxima Nova"/>
              </a:defRPr>
            </a:lvl2pPr>
            <a:lvl3pPr indent="0" lvl="2" marL="0" algn="r">
              <a:spcBef>
                <a:spcPts val="0"/>
              </a:spcBef>
              <a:buNone/>
              <a:defRPr b="0" i="0" sz="900" u="none" cap="none" strike="noStrike">
                <a:solidFill>
                  <a:schemeClr val="lt1"/>
                </a:solidFill>
                <a:latin typeface="Proxima Nova"/>
                <a:ea typeface="Proxima Nova"/>
                <a:cs typeface="Proxima Nova"/>
                <a:sym typeface="Proxima Nova"/>
              </a:defRPr>
            </a:lvl3pPr>
            <a:lvl4pPr indent="0" lvl="3" marL="0" algn="r">
              <a:spcBef>
                <a:spcPts val="0"/>
              </a:spcBef>
              <a:buNone/>
              <a:defRPr b="0" i="0" sz="900" u="none" cap="none" strike="noStrike">
                <a:solidFill>
                  <a:schemeClr val="lt1"/>
                </a:solidFill>
                <a:latin typeface="Proxima Nova"/>
                <a:ea typeface="Proxima Nova"/>
                <a:cs typeface="Proxima Nova"/>
                <a:sym typeface="Proxima Nova"/>
              </a:defRPr>
            </a:lvl4pPr>
            <a:lvl5pPr indent="0" lvl="4" marL="0" algn="r">
              <a:spcBef>
                <a:spcPts val="0"/>
              </a:spcBef>
              <a:buNone/>
              <a:defRPr b="0" i="0" sz="900" u="none" cap="none" strike="noStrike">
                <a:solidFill>
                  <a:schemeClr val="lt1"/>
                </a:solidFill>
                <a:latin typeface="Proxima Nova"/>
                <a:ea typeface="Proxima Nova"/>
                <a:cs typeface="Proxima Nova"/>
                <a:sym typeface="Proxima Nova"/>
              </a:defRPr>
            </a:lvl5pPr>
            <a:lvl6pPr indent="0" lvl="5" marL="0" algn="r">
              <a:spcBef>
                <a:spcPts val="0"/>
              </a:spcBef>
              <a:buNone/>
              <a:defRPr b="0" i="0" sz="900" u="none" cap="none" strike="noStrike">
                <a:solidFill>
                  <a:schemeClr val="lt1"/>
                </a:solidFill>
                <a:latin typeface="Proxima Nova"/>
                <a:ea typeface="Proxima Nova"/>
                <a:cs typeface="Proxima Nova"/>
                <a:sym typeface="Proxima Nova"/>
              </a:defRPr>
            </a:lvl6pPr>
            <a:lvl7pPr indent="0" lvl="6" marL="0" algn="r">
              <a:spcBef>
                <a:spcPts val="0"/>
              </a:spcBef>
              <a:buNone/>
              <a:defRPr b="0" i="0" sz="900" u="none" cap="none" strike="noStrike">
                <a:solidFill>
                  <a:schemeClr val="lt1"/>
                </a:solidFill>
                <a:latin typeface="Proxima Nova"/>
                <a:ea typeface="Proxima Nova"/>
                <a:cs typeface="Proxima Nova"/>
                <a:sym typeface="Proxima Nova"/>
              </a:defRPr>
            </a:lvl7pPr>
            <a:lvl8pPr indent="0" lvl="7" marL="0" algn="r">
              <a:spcBef>
                <a:spcPts val="0"/>
              </a:spcBef>
              <a:buNone/>
              <a:defRPr b="0" i="0" sz="900" u="none" cap="none" strike="noStrike">
                <a:solidFill>
                  <a:schemeClr val="lt1"/>
                </a:solidFill>
                <a:latin typeface="Proxima Nova"/>
                <a:ea typeface="Proxima Nova"/>
                <a:cs typeface="Proxima Nova"/>
                <a:sym typeface="Proxima Nova"/>
              </a:defRPr>
            </a:lvl8pPr>
            <a:lvl9pPr indent="0" lvl="8" marL="0" algn="r">
              <a:spcBef>
                <a:spcPts val="0"/>
              </a:spcBef>
              <a:buNone/>
              <a:defRPr b="0" i="0" sz="900" u="none" cap="none" strike="noStrike">
                <a:solidFill>
                  <a:schemeClr val="lt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35" name="Google Shape;35;p4"/>
          <p:cNvPicPr preferRelativeResize="0"/>
          <p:nvPr/>
        </p:nvPicPr>
        <p:blipFill rotWithShape="1">
          <a:blip r:embed="rId2">
            <a:alphaModFix/>
          </a:blip>
          <a:srcRect b="0" l="0" r="0" t="0"/>
          <a:stretch/>
        </p:blipFill>
        <p:spPr>
          <a:xfrm>
            <a:off x="7611920" y="303610"/>
            <a:ext cx="909780" cy="242888"/>
          </a:xfrm>
          <a:prstGeom prst="rect">
            <a:avLst/>
          </a:prstGeom>
          <a:noFill/>
          <a:ln>
            <a:noFill/>
          </a:ln>
        </p:spPr>
      </p:pic>
      <p:sp>
        <p:nvSpPr>
          <p:cNvPr id="36" name="Google Shape;36;p4"/>
          <p:cNvSpPr/>
          <p:nvPr/>
        </p:nvSpPr>
        <p:spPr>
          <a:xfrm>
            <a:off x="0" y="0"/>
            <a:ext cx="9144000" cy="5143500"/>
          </a:xfrm>
          <a:prstGeom prst="rect">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37" name="Google Shape;37;p4"/>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2_2 Line Title, Infographics and Caption">
  <p:cSld name="2_2 Line Title, Infographics and Caption">
    <p:spTree>
      <p:nvGrpSpPr>
        <p:cNvPr id="38" name="Shape 38"/>
        <p:cNvGrpSpPr/>
        <p:nvPr/>
      </p:nvGrpSpPr>
      <p:grpSpPr>
        <a:xfrm>
          <a:off x="0" y="0"/>
          <a:ext cx="0" cy="0"/>
          <a:chOff x="0" y="0"/>
          <a:chExt cx="0" cy="0"/>
        </a:xfrm>
      </p:grpSpPr>
      <p:sp>
        <p:nvSpPr>
          <p:cNvPr id="39" name="Google Shape;39;p5"/>
          <p:cNvSpPr/>
          <p:nvPr/>
        </p:nvSpPr>
        <p:spPr>
          <a:xfrm>
            <a:off x="-1" y="600076"/>
            <a:ext cx="9144001" cy="454342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0" name="Google Shape;40;p5"/>
          <p:cNvSpPr/>
          <p:nvPr/>
        </p:nvSpPr>
        <p:spPr>
          <a:xfrm>
            <a:off x="-3" y="-20049"/>
            <a:ext cx="9144001" cy="5143500"/>
          </a:xfrm>
          <a:prstGeom prst="rect">
            <a:avLst/>
          </a:prstGeom>
          <a:blipFill rotWithShape="1">
            <a:blip r:embed="rId2">
              <a:alphaModFix amt="17000"/>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1" name="Google Shape;41;p5"/>
          <p:cNvSpPr/>
          <p:nvPr>
            <p:ph idx="2" type="pic"/>
          </p:nvPr>
        </p:nvSpPr>
        <p:spPr>
          <a:xfrm>
            <a:off x="-2" y="-12112"/>
            <a:ext cx="9144002" cy="5147675"/>
          </a:xfrm>
          <a:prstGeom prst="rect">
            <a:avLst/>
          </a:prstGeom>
          <a:noFill/>
          <a:ln>
            <a:noFill/>
          </a:ln>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2" name="Google Shape;42;p5"/>
          <p:cNvSpPr/>
          <p:nvPr>
            <p:ph idx="3" type="pic"/>
          </p:nvPr>
        </p:nvSpPr>
        <p:spPr>
          <a:xfrm>
            <a:off x="10220734" y="-3856910"/>
            <a:ext cx="9144001" cy="5147675"/>
          </a:xfrm>
          <a:prstGeom prst="rect">
            <a:avLst/>
          </a:prstGeom>
          <a:noFill/>
          <a:ln>
            <a:noFill/>
          </a:ln>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3" name="Google Shape;43;p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45" name="Google Shape;45;p5"/>
          <p:cNvSpPr txBox="1"/>
          <p:nvPr>
            <p:ph idx="1" type="body"/>
          </p:nvPr>
        </p:nvSpPr>
        <p:spPr>
          <a:xfrm>
            <a:off x="3213848" y="3489722"/>
            <a:ext cx="5355081" cy="837009"/>
          </a:xfrm>
          <a:prstGeom prst="rect">
            <a:avLst/>
          </a:prstGeom>
          <a:noFill/>
          <a:ln>
            <a:noFill/>
          </a:ln>
        </p:spPr>
        <p:txBody>
          <a:bodyPr anchorCtr="0" anchor="t" bIns="45700" lIns="91425" spcFirstLastPara="1" rIns="91425" wrap="square" tIns="45700"/>
          <a:lstStyle>
            <a:lvl1pPr indent="-304800" lvl="0" marL="457200" marR="0" rtl="0" algn="l">
              <a:lnSpc>
                <a:spcPct val="90000"/>
              </a:lnSpc>
              <a:spcBef>
                <a:spcPts val="750"/>
              </a:spcBef>
              <a:spcAft>
                <a:spcPts val="0"/>
              </a:spcAft>
              <a:buClr>
                <a:schemeClr val="dk1"/>
              </a:buClr>
              <a:buSzPts val="1200"/>
              <a:buFont typeface="Arial"/>
              <a:buChar char="•"/>
              <a:defRPr b="0" i="0" sz="12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46" name="Google Shape;46;p5"/>
          <p:cNvPicPr preferRelativeResize="0"/>
          <p:nvPr/>
        </p:nvPicPr>
        <p:blipFill rotWithShape="1">
          <a:blip r:embed="rId3">
            <a:alphaModFix/>
          </a:blip>
          <a:srcRect b="0" l="0" r="0" t="0"/>
          <a:stretch/>
        </p:blipFill>
        <p:spPr>
          <a:xfrm>
            <a:off x="3213847" y="2234762"/>
            <a:ext cx="5373512" cy="1110800"/>
          </a:xfrm>
          <a:prstGeom prst="rect">
            <a:avLst/>
          </a:prstGeom>
          <a:noFill/>
          <a:ln>
            <a:noFill/>
          </a:ln>
        </p:spPr>
      </p:pic>
      <p:sp>
        <p:nvSpPr>
          <p:cNvPr id="47" name="Google Shape;47;p5"/>
          <p:cNvSpPr txBox="1"/>
          <p:nvPr/>
        </p:nvSpPr>
        <p:spPr>
          <a:xfrm>
            <a:off x="642167" y="610235"/>
            <a:ext cx="5493203" cy="864394"/>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5333F"/>
              </a:buClr>
              <a:buSzPts val="3600"/>
              <a:buFont typeface="Arial"/>
              <a:buNone/>
            </a:pPr>
            <a:r>
              <a:rPr b="0" lang="en-IN" sz="3600">
                <a:solidFill>
                  <a:srgbClr val="F5333F"/>
                </a:solidFill>
                <a:latin typeface="Arial"/>
                <a:ea typeface="Arial"/>
                <a:cs typeface="Arial"/>
                <a:sym typeface="Arial"/>
              </a:rPr>
              <a:t>Click to add Title</a:t>
            </a:r>
            <a:endParaRPr b="0" sz="3600">
              <a:solidFill>
                <a:srgbClr val="F5333F"/>
              </a:solidFill>
              <a:latin typeface="Arial"/>
              <a:ea typeface="Arial"/>
              <a:cs typeface="Arial"/>
              <a:sym typeface="Arial"/>
            </a:endParaRPr>
          </a:p>
        </p:txBody>
      </p:sp>
      <p:sp>
        <p:nvSpPr>
          <p:cNvPr id="48" name="Google Shape;48;p5"/>
          <p:cNvSpPr/>
          <p:nvPr/>
        </p:nvSpPr>
        <p:spPr>
          <a:xfrm>
            <a:off x="11718595" y="3690308"/>
            <a:ext cx="870" cy="1071"/>
          </a:xfrm>
          <a:custGeom>
            <a:rect b="b" l="l" r="r" t="t"/>
            <a:pathLst>
              <a:path extrusionOk="0" h="1071" w="870">
                <a:moveTo>
                  <a:pt x="0" y="0"/>
                </a:moveTo>
                <a:lnTo>
                  <a:pt x="870" y="0"/>
                </a:lnTo>
                <a:lnTo>
                  <a:pt x="870" y="1071"/>
                </a:lnTo>
                <a:lnTo>
                  <a:pt x="0" y="0"/>
                </a:lnTo>
                <a:close/>
              </a:path>
            </a:pathLst>
          </a:cu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extLst>
    <p:ext uri="{DCECCB84-F9BA-43D5-87BE-67443E8EF086}">
      <p15:sldGuideLst>
        <p15:guide id="1" orient="horz" pos="378">
          <p15:clr>
            <a:srgbClr val="FBAE40"/>
          </p15:clr>
        </p15:guide>
        <p15:guide id="2" orient="horz" pos="2731">
          <p15:clr>
            <a:srgbClr val="FBAE40"/>
          </p15:clr>
        </p15:guide>
        <p15:guide id="3" orient="horz" pos="219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2 Line Title and Content">
  <p:cSld name="1_2 Line Title and Content">
    <p:spTree>
      <p:nvGrpSpPr>
        <p:cNvPr id="49" name="Shape 49"/>
        <p:cNvGrpSpPr/>
        <p:nvPr/>
      </p:nvGrpSpPr>
      <p:grpSpPr>
        <a:xfrm>
          <a:off x="0" y="0"/>
          <a:ext cx="0" cy="0"/>
          <a:chOff x="0" y="0"/>
          <a:chExt cx="0" cy="0"/>
        </a:xfrm>
      </p:grpSpPr>
      <p:sp>
        <p:nvSpPr>
          <p:cNvPr id="50" name="Google Shape;50;p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52" name="Google Shape;52;p6"/>
          <p:cNvSpPr txBox="1"/>
          <p:nvPr>
            <p:ph idx="1" type="body"/>
          </p:nvPr>
        </p:nvSpPr>
        <p:spPr>
          <a:xfrm>
            <a:off x="3303588" y="1816100"/>
            <a:ext cx="5265737" cy="2619375"/>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3" name="Google Shape;53;p6"/>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54" name="Google Shape;54;p6"/>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5" name="Google Shape;55;p6"/>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pos="397">
          <p15:clr>
            <a:srgbClr val="FBAE40"/>
          </p15:clr>
        </p15:guide>
        <p15:guide id="2" orient="horz" pos="378">
          <p15:clr>
            <a:srgbClr val="FBAE40"/>
          </p15:clr>
        </p15:guide>
        <p15:guide id="3" orient="horz" pos="923">
          <p15:clr>
            <a:srgbClr val="FBAE40"/>
          </p15:clr>
        </p15:guide>
        <p15:guide id="4" orient="horz" pos="2794">
          <p15:clr>
            <a:srgbClr val="FBAE40"/>
          </p15:clr>
        </p15:guide>
        <p15:guide id="5" pos="2081">
          <p15:clr>
            <a:srgbClr val="FBAE40"/>
          </p15:clr>
        </p15:guide>
        <p15:guide id="6" orient="horz" pos="1144">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picture and caption">
  <p:cSld name="Title, picture and caption">
    <p:spTree>
      <p:nvGrpSpPr>
        <p:cNvPr id="56" name="Shape 56"/>
        <p:cNvGrpSpPr/>
        <p:nvPr/>
      </p:nvGrpSpPr>
      <p:grpSpPr>
        <a:xfrm>
          <a:off x="0" y="0"/>
          <a:ext cx="0" cy="0"/>
          <a:chOff x="0" y="0"/>
          <a:chExt cx="0" cy="0"/>
        </a:xfrm>
      </p:grpSpPr>
      <p:sp>
        <p:nvSpPr>
          <p:cNvPr id="57" name="Google Shape;57;p7"/>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58" name="Google Shape;58;p7"/>
          <p:cNvSpPr/>
          <p:nvPr>
            <p:ph idx="2" type="pic"/>
          </p:nvPr>
        </p:nvSpPr>
        <p:spPr>
          <a:xfrm>
            <a:off x="4136817" y="1681163"/>
            <a:ext cx="4535267" cy="2825475"/>
          </a:xfrm>
          <a:prstGeom prst="rect">
            <a:avLst/>
          </a:prstGeom>
          <a:noFill/>
          <a:ln>
            <a:noFill/>
          </a:ln>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9" name="Google Shape;59;p7"/>
          <p:cNvSpPr txBox="1"/>
          <p:nvPr>
            <p:ph idx="1" type="body"/>
          </p:nvPr>
        </p:nvSpPr>
        <p:spPr>
          <a:xfrm>
            <a:off x="648274" y="1681163"/>
            <a:ext cx="3140075" cy="2825475"/>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0" name="Google Shape;60;p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62" name="Google Shape;62;p7"/>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
        <p:nvSpPr>
          <p:cNvPr id="63" name="Google Shape;63;p7"/>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378">
          <p15:clr>
            <a:srgbClr val="FBAE40"/>
          </p15:clr>
        </p15:guide>
        <p15:guide id="2" orient="horz" pos="1053">
          <p15:clr>
            <a:srgbClr val="FBAE40"/>
          </p15:clr>
        </p15:guide>
        <p15:guide id="3" orient="horz" pos="2845">
          <p15:clr>
            <a:srgbClr val="FBAE40"/>
          </p15:clr>
        </p15:guide>
        <p15:guide id="4" pos="3254">
          <p15:clr>
            <a:srgbClr val="FBAE40"/>
          </p15:clr>
        </p15:guide>
        <p15:guide id="5" pos="339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showMasterSp="0">
  <p:cSld name="Title and Content">
    <p:spTree>
      <p:nvGrpSpPr>
        <p:cNvPr id="64" name="Shape 64"/>
        <p:cNvGrpSpPr/>
        <p:nvPr/>
      </p:nvGrpSpPr>
      <p:grpSpPr>
        <a:xfrm>
          <a:off x="0" y="0"/>
          <a:ext cx="0" cy="0"/>
          <a:chOff x="0" y="0"/>
          <a:chExt cx="0" cy="0"/>
        </a:xfrm>
      </p:grpSpPr>
      <p:sp>
        <p:nvSpPr>
          <p:cNvPr id="65" name="Google Shape;65;p8"/>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66" name="Google Shape;66;p8"/>
          <p:cNvSpPr txBox="1"/>
          <p:nvPr>
            <p:ph type="title"/>
          </p:nvPr>
        </p:nvSpPr>
        <p:spPr>
          <a:xfrm>
            <a:off x="629841" y="616199"/>
            <a:ext cx="3612150" cy="434679"/>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
          <p:cNvSpPr/>
          <p:nvPr/>
        </p:nvSpPr>
        <p:spPr>
          <a:xfrm>
            <a:off x="591700" y="1822542"/>
            <a:ext cx="1836663" cy="184302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68" name="Google Shape;68;p8"/>
          <p:cNvSpPr/>
          <p:nvPr/>
        </p:nvSpPr>
        <p:spPr>
          <a:xfrm>
            <a:off x="2586608" y="1819788"/>
            <a:ext cx="1818181" cy="184302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69" name="Google Shape;69;p8"/>
          <p:cNvSpPr/>
          <p:nvPr/>
        </p:nvSpPr>
        <p:spPr>
          <a:xfrm>
            <a:off x="6603923" y="1808792"/>
            <a:ext cx="1868349" cy="184302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70" name="Google Shape;70;p8"/>
          <p:cNvSpPr/>
          <p:nvPr/>
        </p:nvSpPr>
        <p:spPr>
          <a:xfrm>
            <a:off x="4604246" y="1819788"/>
            <a:ext cx="1843021" cy="1843021"/>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71" name="Google Shape;71;p8"/>
          <p:cNvSpPr/>
          <p:nvPr/>
        </p:nvSpPr>
        <p:spPr>
          <a:xfrm>
            <a:off x="673283" y="1950244"/>
            <a:ext cx="263289" cy="263289"/>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72" name="Google Shape;72;p8"/>
          <p:cNvSpPr/>
          <p:nvPr/>
        </p:nvSpPr>
        <p:spPr>
          <a:xfrm>
            <a:off x="6777923" y="1956818"/>
            <a:ext cx="263289" cy="263289"/>
          </a:xfrm>
          <a:prstGeom prst="ellipse">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73" name="Google Shape;73;p8"/>
          <p:cNvSpPr/>
          <p:nvPr/>
        </p:nvSpPr>
        <p:spPr>
          <a:xfrm>
            <a:off x="4719917" y="1957683"/>
            <a:ext cx="263289" cy="263289"/>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pic>
        <p:nvPicPr>
          <p:cNvPr id="74" name="Google Shape;74;p8"/>
          <p:cNvPicPr preferRelativeResize="0"/>
          <p:nvPr/>
        </p:nvPicPr>
        <p:blipFill rotWithShape="1">
          <a:blip r:embed="rId2">
            <a:alphaModFix/>
          </a:blip>
          <a:srcRect b="0" l="0" r="0" t="0"/>
          <a:stretch/>
        </p:blipFill>
        <p:spPr>
          <a:xfrm>
            <a:off x="755392" y="2035413"/>
            <a:ext cx="103152" cy="94468"/>
          </a:xfrm>
          <a:prstGeom prst="rect">
            <a:avLst/>
          </a:prstGeom>
          <a:noFill/>
          <a:ln>
            <a:noFill/>
          </a:ln>
        </p:spPr>
      </p:pic>
      <p:sp>
        <p:nvSpPr>
          <p:cNvPr id="75" name="Google Shape;75;p8"/>
          <p:cNvSpPr/>
          <p:nvPr/>
        </p:nvSpPr>
        <p:spPr>
          <a:xfrm>
            <a:off x="2681861" y="1946687"/>
            <a:ext cx="263289" cy="263289"/>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pic>
        <p:nvPicPr>
          <p:cNvPr id="76" name="Google Shape;76;p8"/>
          <p:cNvPicPr preferRelativeResize="0"/>
          <p:nvPr/>
        </p:nvPicPr>
        <p:blipFill rotWithShape="1">
          <a:blip r:embed="rId2">
            <a:alphaModFix/>
          </a:blip>
          <a:srcRect b="0" l="0" r="0" t="0"/>
          <a:stretch/>
        </p:blipFill>
        <p:spPr>
          <a:xfrm>
            <a:off x="2763970" y="2028697"/>
            <a:ext cx="103152" cy="94468"/>
          </a:xfrm>
          <a:prstGeom prst="rect">
            <a:avLst/>
          </a:prstGeom>
          <a:noFill/>
          <a:ln>
            <a:noFill/>
          </a:ln>
        </p:spPr>
      </p:pic>
      <p:pic>
        <p:nvPicPr>
          <p:cNvPr id="77" name="Google Shape;77;p8"/>
          <p:cNvPicPr preferRelativeResize="0"/>
          <p:nvPr/>
        </p:nvPicPr>
        <p:blipFill rotWithShape="1">
          <a:blip r:embed="rId2">
            <a:alphaModFix/>
          </a:blip>
          <a:srcRect b="0" l="0" r="0" t="0"/>
          <a:stretch/>
        </p:blipFill>
        <p:spPr>
          <a:xfrm>
            <a:off x="6860032" y="2040628"/>
            <a:ext cx="103152" cy="94468"/>
          </a:xfrm>
          <a:prstGeom prst="rect">
            <a:avLst/>
          </a:prstGeom>
          <a:noFill/>
          <a:ln>
            <a:noFill/>
          </a:ln>
        </p:spPr>
      </p:pic>
      <p:pic>
        <p:nvPicPr>
          <p:cNvPr id="78" name="Google Shape;78;p8"/>
          <p:cNvPicPr preferRelativeResize="0"/>
          <p:nvPr/>
        </p:nvPicPr>
        <p:blipFill rotWithShape="1">
          <a:blip r:embed="rId2">
            <a:alphaModFix/>
          </a:blip>
          <a:srcRect b="0" l="0" r="0" t="0"/>
          <a:stretch/>
        </p:blipFill>
        <p:spPr>
          <a:xfrm>
            <a:off x="4802026" y="2044245"/>
            <a:ext cx="103152" cy="94468"/>
          </a:xfrm>
          <a:prstGeom prst="rect">
            <a:avLst/>
          </a:prstGeom>
          <a:noFill/>
          <a:ln>
            <a:noFill/>
          </a:ln>
        </p:spPr>
      </p:pic>
      <p:sp>
        <p:nvSpPr>
          <p:cNvPr id="79" name="Google Shape;79;p8"/>
          <p:cNvSpPr txBox="1"/>
          <p:nvPr>
            <p:ph idx="1" type="body"/>
          </p:nvPr>
        </p:nvSpPr>
        <p:spPr>
          <a:xfrm>
            <a:off x="772836" y="2352226"/>
            <a:ext cx="1495407" cy="198546"/>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0" name="Google Shape;80;p8"/>
          <p:cNvSpPr txBox="1"/>
          <p:nvPr>
            <p:ph idx="2" type="body"/>
          </p:nvPr>
        </p:nvSpPr>
        <p:spPr>
          <a:xfrm>
            <a:off x="2752107" y="2352226"/>
            <a:ext cx="1495407" cy="198546"/>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1" name="Google Shape;81;p8"/>
          <p:cNvSpPr txBox="1"/>
          <p:nvPr>
            <p:ph idx="3" type="body"/>
          </p:nvPr>
        </p:nvSpPr>
        <p:spPr>
          <a:xfrm>
            <a:off x="4782484" y="2352226"/>
            <a:ext cx="1495407" cy="198546"/>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2" name="Google Shape;82;p8"/>
          <p:cNvSpPr txBox="1"/>
          <p:nvPr>
            <p:ph idx="4" type="body"/>
          </p:nvPr>
        </p:nvSpPr>
        <p:spPr>
          <a:xfrm>
            <a:off x="6844575" y="2352226"/>
            <a:ext cx="1495407" cy="198546"/>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3" name="Google Shape;83;p8"/>
          <p:cNvSpPr txBox="1"/>
          <p:nvPr>
            <p:ph idx="5" type="body"/>
          </p:nvPr>
        </p:nvSpPr>
        <p:spPr>
          <a:xfrm>
            <a:off x="766677" y="2633826"/>
            <a:ext cx="1495407" cy="800177"/>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940"/>
              <a:buFont typeface="Arial"/>
              <a:buNone/>
              <a:defRPr b="0" i="0" sz="939"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4" name="Google Shape;84;p8"/>
          <p:cNvSpPr txBox="1"/>
          <p:nvPr>
            <p:ph idx="6" type="body"/>
          </p:nvPr>
        </p:nvSpPr>
        <p:spPr>
          <a:xfrm>
            <a:off x="2752106" y="2633878"/>
            <a:ext cx="1495407" cy="800177"/>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830"/>
              <a:buFont typeface="Arial"/>
              <a:buNone/>
              <a:defRPr b="0" i="0" sz="83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5" name="Google Shape;85;p8"/>
          <p:cNvSpPr txBox="1"/>
          <p:nvPr>
            <p:ph idx="7" type="body"/>
          </p:nvPr>
        </p:nvSpPr>
        <p:spPr>
          <a:xfrm>
            <a:off x="4782484" y="2633826"/>
            <a:ext cx="1495407" cy="800177"/>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830"/>
              <a:buFont typeface="Arial"/>
              <a:buNone/>
              <a:defRPr b="0" i="0" sz="83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6" name="Google Shape;86;p8"/>
          <p:cNvSpPr txBox="1"/>
          <p:nvPr>
            <p:ph idx="8" type="body"/>
          </p:nvPr>
        </p:nvSpPr>
        <p:spPr>
          <a:xfrm>
            <a:off x="6843084" y="2633826"/>
            <a:ext cx="1495407" cy="800177"/>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830"/>
              <a:buFont typeface="Arial"/>
              <a:buNone/>
              <a:defRPr b="0" i="0" sz="83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87" name="Google Shape;87;p8"/>
          <p:cNvSpPr txBox="1"/>
          <p:nvPr>
            <p:ph idx="10" type="dt"/>
          </p:nvPr>
        </p:nvSpPr>
        <p:spPr>
          <a:xfrm>
            <a:off x="638175"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8"/>
          <p:cNvSpPr txBox="1"/>
          <p:nvPr>
            <p:ph idx="11" type="ftr"/>
          </p:nvPr>
        </p:nvSpPr>
        <p:spPr>
          <a:xfrm>
            <a:off x="3038475" y="4767263"/>
            <a:ext cx="3086100" cy="273844"/>
          </a:xfrm>
          <a:prstGeom prst="rect">
            <a:avLst/>
          </a:prstGeom>
          <a:noFill/>
          <a:ln>
            <a:noFill/>
          </a:ln>
        </p:spPr>
        <p:txBody>
          <a:bodyPr anchorCtr="0" anchor="t" bIns="45700" lIns="91425" spcFirstLastPara="1" rIns="91425" wrap="square" tIns="45700"/>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8"/>
          <p:cNvSpPr txBox="1"/>
          <p:nvPr>
            <p:ph idx="12" type="sldNum"/>
          </p:nvPr>
        </p:nvSpPr>
        <p:spPr>
          <a:xfrm>
            <a:off x="6467475"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90" name="Google Shape;90;p8"/>
          <p:cNvPicPr preferRelativeResize="0"/>
          <p:nvPr/>
        </p:nvPicPr>
        <p:blipFill rotWithShape="1">
          <a:blip r:embed="rId3">
            <a:alphaModFix/>
          </a:blip>
          <a:srcRect b="0" l="0" r="0" t="0"/>
          <a:stretch/>
        </p:blipFill>
        <p:spPr>
          <a:xfrm>
            <a:off x="7611920" y="303610"/>
            <a:ext cx="909780" cy="242888"/>
          </a:xfrm>
          <a:prstGeom prst="rect">
            <a:avLst/>
          </a:prstGeom>
          <a:noFill/>
          <a:ln>
            <a:noFill/>
          </a:ln>
        </p:spPr>
      </p:pic>
      <p:sp>
        <p:nvSpPr>
          <p:cNvPr id="91" name="Google Shape;91;p8"/>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2" name="Google Shape;92;p8"/>
          <p:cNvSpPr/>
          <p:nvPr/>
        </p:nvSpPr>
        <p:spPr>
          <a:xfrm>
            <a:off x="591700" y="1822543"/>
            <a:ext cx="1883480" cy="1890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3" name="Google Shape;93;p8"/>
          <p:cNvSpPr/>
          <p:nvPr/>
        </p:nvSpPr>
        <p:spPr>
          <a:xfrm>
            <a:off x="2611322" y="1819789"/>
            <a:ext cx="1864527" cy="1890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4" name="Google Shape;94;p8"/>
          <p:cNvSpPr/>
          <p:nvPr/>
        </p:nvSpPr>
        <p:spPr>
          <a:xfrm>
            <a:off x="6653351" y="1808793"/>
            <a:ext cx="1915974" cy="1890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5" name="Google Shape;95;p8"/>
          <p:cNvSpPr/>
          <p:nvPr/>
        </p:nvSpPr>
        <p:spPr>
          <a:xfrm>
            <a:off x="4604247" y="1819789"/>
            <a:ext cx="1890000" cy="1890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6" name="Google Shape;96;p8"/>
          <p:cNvSpPr/>
          <p:nvPr/>
        </p:nvSpPr>
        <p:spPr>
          <a:xfrm>
            <a:off x="673283" y="1950244"/>
            <a:ext cx="270000" cy="270000"/>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7" name="Google Shape;97;p8"/>
          <p:cNvSpPr/>
          <p:nvPr/>
        </p:nvSpPr>
        <p:spPr>
          <a:xfrm>
            <a:off x="6777923" y="1956818"/>
            <a:ext cx="270000" cy="270000"/>
          </a:xfrm>
          <a:prstGeom prst="ellipse">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98" name="Google Shape;98;p8"/>
          <p:cNvSpPr/>
          <p:nvPr/>
        </p:nvSpPr>
        <p:spPr>
          <a:xfrm>
            <a:off x="4719917" y="1957683"/>
            <a:ext cx="270000" cy="270000"/>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pic>
        <p:nvPicPr>
          <p:cNvPr id="99" name="Google Shape;99;p8"/>
          <p:cNvPicPr preferRelativeResize="0"/>
          <p:nvPr/>
        </p:nvPicPr>
        <p:blipFill rotWithShape="1">
          <a:blip r:embed="rId2">
            <a:alphaModFix/>
          </a:blip>
          <a:srcRect b="0" l="0" r="0" t="0"/>
          <a:stretch/>
        </p:blipFill>
        <p:spPr>
          <a:xfrm>
            <a:off x="755392" y="2035413"/>
            <a:ext cx="105782" cy="96876"/>
          </a:xfrm>
          <a:prstGeom prst="rect">
            <a:avLst/>
          </a:prstGeom>
          <a:noFill/>
          <a:ln>
            <a:noFill/>
          </a:ln>
        </p:spPr>
      </p:pic>
      <p:sp>
        <p:nvSpPr>
          <p:cNvPr id="100" name="Google Shape;100;p8"/>
          <p:cNvSpPr/>
          <p:nvPr/>
        </p:nvSpPr>
        <p:spPr>
          <a:xfrm>
            <a:off x="2681861" y="1946687"/>
            <a:ext cx="270000" cy="270000"/>
          </a:xfrm>
          <a:prstGeom prst="ellipse">
            <a:avLst/>
          </a:prstGeom>
          <a:solidFill>
            <a:srgbClr val="F1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pic>
        <p:nvPicPr>
          <p:cNvPr id="101" name="Google Shape;101;p8"/>
          <p:cNvPicPr preferRelativeResize="0"/>
          <p:nvPr/>
        </p:nvPicPr>
        <p:blipFill rotWithShape="1">
          <a:blip r:embed="rId2">
            <a:alphaModFix/>
          </a:blip>
          <a:srcRect b="0" l="0" r="0" t="0"/>
          <a:stretch/>
        </p:blipFill>
        <p:spPr>
          <a:xfrm>
            <a:off x="2788684" y="2028697"/>
            <a:ext cx="105782" cy="96876"/>
          </a:xfrm>
          <a:prstGeom prst="rect">
            <a:avLst/>
          </a:prstGeom>
          <a:noFill/>
          <a:ln>
            <a:noFill/>
          </a:ln>
        </p:spPr>
      </p:pic>
      <p:pic>
        <p:nvPicPr>
          <p:cNvPr id="102" name="Google Shape;102;p8"/>
          <p:cNvPicPr preferRelativeResize="0"/>
          <p:nvPr/>
        </p:nvPicPr>
        <p:blipFill rotWithShape="1">
          <a:blip r:embed="rId2">
            <a:alphaModFix/>
          </a:blip>
          <a:srcRect b="0" l="0" r="0" t="0"/>
          <a:stretch/>
        </p:blipFill>
        <p:spPr>
          <a:xfrm>
            <a:off x="6860032" y="2040628"/>
            <a:ext cx="105782" cy="96876"/>
          </a:xfrm>
          <a:prstGeom prst="rect">
            <a:avLst/>
          </a:prstGeom>
          <a:noFill/>
          <a:ln>
            <a:noFill/>
          </a:ln>
        </p:spPr>
      </p:pic>
      <p:pic>
        <p:nvPicPr>
          <p:cNvPr id="103" name="Google Shape;103;p8"/>
          <p:cNvPicPr preferRelativeResize="0"/>
          <p:nvPr/>
        </p:nvPicPr>
        <p:blipFill rotWithShape="1">
          <a:blip r:embed="rId2">
            <a:alphaModFix/>
          </a:blip>
          <a:srcRect b="0" l="0" r="0" t="0"/>
          <a:stretch/>
        </p:blipFill>
        <p:spPr>
          <a:xfrm>
            <a:off x="4802026" y="2044245"/>
            <a:ext cx="105782" cy="96876"/>
          </a:xfrm>
          <a:prstGeom prst="rect">
            <a:avLst/>
          </a:prstGeom>
          <a:noFill/>
          <a:ln>
            <a:noFill/>
          </a:ln>
        </p:spPr>
      </p:pic>
      <p:pic>
        <p:nvPicPr>
          <p:cNvPr id="104" name="Google Shape;104;p8"/>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78">
          <p15:clr>
            <a:srgbClr val="FBAE40"/>
          </p15:clr>
        </p15:guide>
        <p15:guide id="2" orient="horz" pos="1144">
          <p15:clr>
            <a:srgbClr val="FBAE40"/>
          </p15:clr>
        </p15:guide>
        <p15:guide id="3" orient="horz" pos="2335">
          <p15:clr>
            <a:srgbClr val="FBAE40"/>
          </p15:clr>
        </p15:guide>
        <p15:guide id="4" pos="1587">
          <p15:clr>
            <a:srgbClr val="FBAE40"/>
          </p15:clr>
        </p15:guide>
        <p15:guide id="5" pos="1655">
          <p15:clr>
            <a:srgbClr val="FBAE40"/>
          </p15:clr>
        </p15:guide>
        <p15:guide id="6" pos="2835">
          <p15:clr>
            <a:srgbClr val="FBAE40"/>
          </p15:clr>
        </p15:guide>
        <p15:guide id="7" pos="2931">
          <p15:clr>
            <a:srgbClr val="FBAE40"/>
          </p15:clr>
        </p15:guide>
        <p15:guide id="8" pos="4122">
          <p15:clr>
            <a:srgbClr val="FBAE40"/>
          </p15:clr>
        </p15:guide>
        <p15:guide id="9" pos="4190">
          <p15:clr>
            <a:srgbClr val="FBAE40"/>
          </p15:clr>
        </p15:guide>
        <p15:guide id="10" orient="horz" pos="1399">
          <p15:clr>
            <a:srgbClr val="FBAE40"/>
          </p15:clr>
        </p15:guide>
        <p15:guide id="11" orient="horz" pos="122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Title Slide">
  <p:cSld name="2_Title Slide">
    <p:spTree>
      <p:nvGrpSpPr>
        <p:cNvPr id="105" name="Shape 105"/>
        <p:cNvGrpSpPr/>
        <p:nvPr/>
      </p:nvGrpSpPr>
      <p:grpSpPr>
        <a:xfrm>
          <a:off x="0" y="0"/>
          <a:ext cx="0" cy="0"/>
          <a:chOff x="0" y="0"/>
          <a:chExt cx="0" cy="0"/>
        </a:xfrm>
      </p:grpSpPr>
      <p:sp>
        <p:nvSpPr>
          <p:cNvPr id="106" name="Google Shape;106;p9"/>
          <p:cNvSpPr txBox="1"/>
          <p:nvPr>
            <p:ph type="ctrTitle"/>
          </p:nvPr>
        </p:nvSpPr>
        <p:spPr>
          <a:xfrm>
            <a:off x="1143000" y="841772"/>
            <a:ext cx="6858000" cy="1790700"/>
          </a:xfrm>
          <a:prstGeom prst="rect">
            <a:avLst/>
          </a:prstGeom>
          <a:noFill/>
          <a:ln>
            <a:noFill/>
          </a:ln>
        </p:spPr>
        <p:txBody>
          <a:bodyPr anchorCtr="0" anchor="b" bIns="45700" lIns="91425" spcFirstLastPara="1" rIns="91425" wrap="square" tIns="45700"/>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7" name="Google Shape;107;p9"/>
          <p:cNvSpPr txBox="1"/>
          <p:nvPr>
            <p:ph idx="1" type="subTitle"/>
          </p:nvPr>
        </p:nvSpPr>
        <p:spPr>
          <a:xfrm>
            <a:off x="1143000" y="2701528"/>
            <a:ext cx="6858000" cy="1241822"/>
          </a:xfrm>
          <a:prstGeom prst="rect">
            <a:avLst/>
          </a:prstGeom>
          <a:noFill/>
          <a:ln>
            <a:noFill/>
          </a:ln>
        </p:spPr>
        <p:txBody>
          <a:bodyPr anchorCtr="0" anchor="t" bIns="45700" lIns="91425" spcFirstLastPara="1" rIns="91425" wrap="square" tIns="45700"/>
          <a:lstStyle>
            <a:lvl1pPr lvl="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1pPr>
            <a:lvl2pPr lvl="1" marR="0" rtl="0" algn="ctr">
              <a:lnSpc>
                <a:spcPct val="90000"/>
              </a:lnSpc>
              <a:spcBef>
                <a:spcPts val="375"/>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2pPr>
            <a:lvl3pPr lvl="2" marR="0" rtl="0" algn="ctr">
              <a:lnSpc>
                <a:spcPct val="90000"/>
              </a:lnSpc>
              <a:spcBef>
                <a:spcPts val="375"/>
              </a:spcBef>
              <a:spcAft>
                <a:spcPts val="0"/>
              </a:spcAft>
              <a:buClr>
                <a:schemeClr val="dk1"/>
              </a:buClr>
              <a:buSzPts val="1350"/>
              <a:buFont typeface="Arial"/>
              <a:buNone/>
              <a:defRPr b="0" i="0" sz="1350" u="none" cap="none" strike="noStrike">
                <a:solidFill>
                  <a:schemeClr val="dk1"/>
                </a:solidFill>
                <a:latin typeface="Calibri"/>
                <a:ea typeface="Calibri"/>
                <a:cs typeface="Calibri"/>
                <a:sym typeface="Calibri"/>
              </a:defRPr>
            </a:lvl3pPr>
            <a:lvl4pPr lvl="3"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4pPr>
            <a:lvl5pPr lvl="4"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5pPr>
            <a:lvl6pPr lvl="5"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6pPr>
            <a:lvl7pPr lvl="6"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7pPr>
            <a:lvl8pPr lvl="7"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8pPr>
            <a:lvl9pPr lvl="8" marR="0" rtl="0" algn="ctr">
              <a:lnSpc>
                <a:spcPct val="90000"/>
              </a:lnSpc>
              <a:spcBef>
                <a:spcPts val="375"/>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9pPr>
          </a:lstStyle>
          <a:p/>
        </p:txBody>
      </p:sp>
      <p:sp>
        <p:nvSpPr>
          <p:cNvPr id="108" name="Google Shape;108;p9"/>
          <p:cNvSpPr txBox="1"/>
          <p:nvPr>
            <p:ph idx="10" type="dt"/>
          </p:nvPr>
        </p:nvSpPr>
        <p:spPr>
          <a:xfrm>
            <a:off x="663921" y="4653887"/>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Clr>
                <a:srgbClr val="E72D40"/>
              </a:buClr>
              <a:buSzPts val="1400"/>
              <a:buFont typeface="Proxima Nova"/>
              <a:buNone/>
              <a:defRPr>
                <a:solidFill>
                  <a:srgbClr val="E72D40"/>
                </a:solidFill>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09" name="Google Shape;109;p9"/>
          <p:cNvSpPr txBox="1"/>
          <p:nvPr>
            <p:ph idx="12" type="sldNum"/>
          </p:nvPr>
        </p:nvSpPr>
        <p:spPr>
          <a:xfrm>
            <a:off x="6616976" y="4012406"/>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1pPr>
            <a:lvl2pPr indent="0" lvl="1"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2pPr>
            <a:lvl3pPr indent="0" lvl="2"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3pPr>
            <a:lvl4pPr indent="0" lvl="3"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4pPr>
            <a:lvl5pPr indent="0" lvl="4"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5pPr>
            <a:lvl6pPr indent="0" lvl="5"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6pPr>
            <a:lvl7pPr indent="0" lvl="6"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7pPr>
            <a:lvl8pPr indent="0" lvl="7"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8pPr>
            <a:lvl9pPr indent="0" lvl="8" marL="0" marR="0" algn="r">
              <a:spcBef>
                <a:spcPts val="0"/>
              </a:spcBef>
              <a:spcAft>
                <a:spcPts val="0"/>
              </a:spcAft>
              <a:buClr>
                <a:srgbClr val="E72D40"/>
              </a:buClr>
              <a:buSzPts val="900"/>
              <a:buFont typeface="Proxima Nova"/>
              <a:buNone/>
              <a:defRPr b="0" i="0" sz="900" u="none" cap="none" strike="noStrike">
                <a:solidFill>
                  <a:srgbClr val="E72D40"/>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10" name="Google Shape;110;p9"/>
          <p:cNvSpPr/>
          <p:nvPr/>
        </p:nvSpPr>
        <p:spPr>
          <a:xfrm>
            <a:off x="0" y="0"/>
            <a:ext cx="9144000" cy="4653887"/>
          </a:xfrm>
          <a:prstGeom prst="rect">
            <a:avLst/>
          </a:prstGeom>
          <a:solidFill>
            <a:schemeClr val="lt1"/>
          </a:solidFill>
          <a:ln cap="flat" cmpd="sng" w="12700">
            <a:solidFill>
              <a:schemeClr val="l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b="0" i="0" sz="1013" u="none" cap="none" strike="noStrike">
              <a:solidFill>
                <a:schemeClr val="lt1"/>
              </a:solidFill>
              <a:latin typeface="Calibri"/>
              <a:ea typeface="Calibri"/>
              <a:cs typeface="Calibri"/>
              <a:sym typeface="Calibri"/>
            </a:endParaRPr>
          </a:p>
        </p:txBody>
      </p:sp>
      <p:pic>
        <p:nvPicPr>
          <p:cNvPr id="111" name="Google Shape;111;p9"/>
          <p:cNvPicPr preferRelativeResize="0"/>
          <p:nvPr/>
        </p:nvPicPr>
        <p:blipFill rotWithShape="1">
          <a:blip r:embed="rId2">
            <a:alphaModFix/>
          </a:blip>
          <a:srcRect b="0" l="0" r="0" t="0"/>
          <a:stretch/>
        </p:blipFill>
        <p:spPr>
          <a:xfrm>
            <a:off x="663922" y="571887"/>
            <a:ext cx="2057400" cy="548993"/>
          </a:xfrm>
          <a:prstGeom prst="rect">
            <a:avLst/>
          </a:prstGeom>
          <a:noFill/>
          <a:ln>
            <a:noFill/>
          </a:ln>
        </p:spPr>
      </p:pic>
    </p:spTree>
  </p:cSld>
  <p:clrMapOvr>
    <a:masterClrMapping/>
  </p:clrMapOvr>
  <p:extLst>
    <p:ext uri="{DCECCB84-F9BA-43D5-87BE-67443E8EF086}">
      <p15:sldGuideLst>
        <p15:guide id="1" pos="397">
          <p15:clr>
            <a:srgbClr val="FBAE40"/>
          </p15:clr>
        </p15:guide>
        <p15:guide id="2" orient="horz" pos="378">
          <p15:clr>
            <a:srgbClr val="FBAE40"/>
          </p15:clr>
        </p15:guide>
        <p15:guide id="3" orient="horz" pos="923">
          <p15:clr>
            <a:srgbClr val="FBAE40"/>
          </p15:clr>
        </p15:guide>
        <p15:guide id="4" orient="horz" pos="1756">
          <p15:clr>
            <a:srgbClr val="FBAE40"/>
          </p15:clr>
        </p15:guide>
        <p15:guide id="5" pos="3323">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2_2 Line Title and Content">
  <p:cSld name="2_2 Line Title and Content">
    <p:spTree>
      <p:nvGrpSpPr>
        <p:cNvPr id="112" name="Shape 112"/>
        <p:cNvGrpSpPr/>
        <p:nvPr/>
      </p:nvGrpSpPr>
      <p:grpSpPr>
        <a:xfrm>
          <a:off x="0" y="0"/>
          <a:ext cx="0" cy="0"/>
          <a:chOff x="0" y="0"/>
          <a:chExt cx="0" cy="0"/>
        </a:xfrm>
      </p:grpSpPr>
      <p:sp>
        <p:nvSpPr>
          <p:cNvPr id="113" name="Google Shape;113;p1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14" name="Google Shape;114;p1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15" name="Google Shape;115;p10"/>
          <p:cNvSpPr txBox="1"/>
          <p:nvPr>
            <p:ph idx="1" type="body"/>
          </p:nvPr>
        </p:nvSpPr>
        <p:spPr>
          <a:xfrm>
            <a:off x="3303588" y="1816100"/>
            <a:ext cx="5265737" cy="2619375"/>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800"/>
              <a:buFont typeface="Arial"/>
              <a:buNone/>
              <a:defRPr b="0"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16" name="Google Shape;116;p10"/>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17" name="Google Shape;117;p10"/>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18" name="Google Shape;118;p10"/>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pos="397">
          <p15:clr>
            <a:srgbClr val="FBAE40"/>
          </p15:clr>
        </p15:guide>
        <p15:guide id="2" orient="horz" pos="378">
          <p15:clr>
            <a:srgbClr val="FBAE40"/>
          </p15:clr>
        </p15:guide>
        <p15:guide id="3" orient="horz" pos="923">
          <p15:clr>
            <a:srgbClr val="FBAE40"/>
          </p15:clr>
        </p15:guide>
        <p15:guide id="4" orient="horz" pos="2794">
          <p15:clr>
            <a:srgbClr val="FBAE40"/>
          </p15:clr>
        </p15:guide>
        <p15:guide id="5" pos="2081">
          <p15:clr>
            <a:srgbClr val="FBAE40"/>
          </p15:clr>
        </p15:guide>
        <p15:guide id="6" orient="horz" pos="114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3_2 Line Title, Infographics and Caption">
  <p:cSld name="3_2 Line Title, Infographics and Caption">
    <p:spTree>
      <p:nvGrpSpPr>
        <p:cNvPr id="119" name="Shape 119"/>
        <p:cNvGrpSpPr/>
        <p:nvPr/>
      </p:nvGrpSpPr>
      <p:grpSpPr>
        <a:xfrm>
          <a:off x="0" y="0"/>
          <a:ext cx="0" cy="0"/>
          <a:chOff x="0" y="0"/>
          <a:chExt cx="0" cy="0"/>
        </a:xfrm>
      </p:grpSpPr>
      <p:sp>
        <p:nvSpPr>
          <p:cNvPr id="120" name="Google Shape;120;p11"/>
          <p:cNvSpPr/>
          <p:nvPr/>
        </p:nvSpPr>
        <p:spPr>
          <a:xfrm>
            <a:off x="-1" y="600076"/>
            <a:ext cx="9144001" cy="4543424"/>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21" name="Google Shape;121;p11"/>
          <p:cNvSpPr/>
          <p:nvPr/>
        </p:nvSpPr>
        <p:spPr>
          <a:xfrm>
            <a:off x="-3" y="-20049"/>
            <a:ext cx="9144001" cy="5143500"/>
          </a:xfrm>
          <a:prstGeom prst="rect">
            <a:avLst/>
          </a:prstGeom>
          <a:blipFill rotWithShape="1">
            <a:blip r:embed="rId2">
              <a:alphaModFix amt="17000"/>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22" name="Google Shape;122;p11"/>
          <p:cNvSpPr/>
          <p:nvPr>
            <p:ph idx="2" type="pic"/>
          </p:nvPr>
        </p:nvSpPr>
        <p:spPr>
          <a:xfrm>
            <a:off x="-2" y="-12112"/>
            <a:ext cx="9144002" cy="5147675"/>
          </a:xfrm>
          <a:prstGeom prst="rect">
            <a:avLst/>
          </a:prstGeom>
          <a:noFill/>
          <a:ln>
            <a:noFill/>
          </a:ln>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3" name="Google Shape;123;p11"/>
          <p:cNvSpPr/>
          <p:nvPr>
            <p:ph idx="3" type="pic"/>
          </p:nvPr>
        </p:nvSpPr>
        <p:spPr>
          <a:xfrm>
            <a:off x="10220734" y="-3856910"/>
            <a:ext cx="9144001" cy="5147675"/>
          </a:xfrm>
          <a:prstGeom prst="rect">
            <a:avLst/>
          </a:prstGeom>
          <a:noFill/>
          <a:ln>
            <a:noFill/>
          </a:ln>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4" name="Google Shape;124;p1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25" name="Google Shape;125;p1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26" name="Google Shape;126;p11"/>
          <p:cNvSpPr txBox="1"/>
          <p:nvPr>
            <p:ph idx="1" type="body"/>
          </p:nvPr>
        </p:nvSpPr>
        <p:spPr>
          <a:xfrm>
            <a:off x="3213848" y="3489722"/>
            <a:ext cx="5355081" cy="837009"/>
          </a:xfrm>
          <a:prstGeom prst="rect">
            <a:avLst/>
          </a:prstGeom>
          <a:noFill/>
          <a:ln>
            <a:noFill/>
          </a:ln>
        </p:spPr>
        <p:txBody>
          <a:bodyPr anchorCtr="0" anchor="t" bIns="45700" lIns="91425" spcFirstLastPara="1" rIns="91425" wrap="square" tIns="45700"/>
          <a:lstStyle>
            <a:lvl1pPr indent="-304800" lvl="0" marL="457200" marR="0" rtl="0" algn="l">
              <a:lnSpc>
                <a:spcPct val="90000"/>
              </a:lnSpc>
              <a:spcBef>
                <a:spcPts val="750"/>
              </a:spcBef>
              <a:spcAft>
                <a:spcPts val="0"/>
              </a:spcAft>
              <a:buClr>
                <a:schemeClr val="dk1"/>
              </a:buClr>
              <a:buSzPts val="1200"/>
              <a:buFont typeface="Arial"/>
              <a:buChar char="•"/>
              <a:defRPr b="0" i="0" sz="12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127" name="Google Shape;127;p11"/>
          <p:cNvPicPr preferRelativeResize="0"/>
          <p:nvPr/>
        </p:nvPicPr>
        <p:blipFill rotWithShape="1">
          <a:blip r:embed="rId3">
            <a:alphaModFix/>
          </a:blip>
          <a:srcRect b="0" l="0" r="0" t="0"/>
          <a:stretch/>
        </p:blipFill>
        <p:spPr>
          <a:xfrm>
            <a:off x="3213847" y="2234762"/>
            <a:ext cx="5373512" cy="1110800"/>
          </a:xfrm>
          <a:prstGeom prst="rect">
            <a:avLst/>
          </a:prstGeom>
          <a:noFill/>
          <a:ln>
            <a:noFill/>
          </a:ln>
        </p:spPr>
      </p:pic>
      <p:sp>
        <p:nvSpPr>
          <p:cNvPr id="128" name="Google Shape;128;p11"/>
          <p:cNvSpPr txBox="1"/>
          <p:nvPr/>
        </p:nvSpPr>
        <p:spPr>
          <a:xfrm>
            <a:off x="642167" y="610235"/>
            <a:ext cx="5493203" cy="864394"/>
          </a:xfrm>
          <a:prstGeom prst="rect">
            <a:avLst/>
          </a:prstGeom>
          <a:noFill/>
          <a:ln>
            <a:noFill/>
          </a:ln>
        </p:spPr>
        <p:txBody>
          <a:bodyPr anchorCtr="0" anchor="t" bIns="34275" lIns="68575" spcFirstLastPara="1" rIns="68575" wrap="square" tIns="34275">
            <a:noAutofit/>
          </a:bodyPr>
          <a:lstStyle/>
          <a:p>
            <a:pPr indent="0" lvl="0" marL="0" marR="0" rtl="0" algn="l">
              <a:lnSpc>
                <a:spcPct val="90000"/>
              </a:lnSpc>
              <a:spcBef>
                <a:spcPts val="0"/>
              </a:spcBef>
              <a:spcAft>
                <a:spcPts val="0"/>
              </a:spcAft>
              <a:buClr>
                <a:srgbClr val="F5333F"/>
              </a:buClr>
              <a:buSzPts val="3600"/>
              <a:buFont typeface="Arial"/>
              <a:buNone/>
            </a:pPr>
            <a:r>
              <a:rPr b="0" lang="en-IN" sz="3600">
                <a:solidFill>
                  <a:srgbClr val="F5333F"/>
                </a:solidFill>
                <a:latin typeface="Arial"/>
                <a:ea typeface="Arial"/>
                <a:cs typeface="Arial"/>
                <a:sym typeface="Arial"/>
              </a:rPr>
              <a:t>Click to add Title</a:t>
            </a:r>
            <a:endParaRPr b="0" sz="3600">
              <a:solidFill>
                <a:srgbClr val="F5333F"/>
              </a:solidFill>
              <a:latin typeface="Arial"/>
              <a:ea typeface="Arial"/>
              <a:cs typeface="Arial"/>
              <a:sym typeface="Arial"/>
            </a:endParaRPr>
          </a:p>
        </p:txBody>
      </p:sp>
      <p:sp>
        <p:nvSpPr>
          <p:cNvPr id="129" name="Google Shape;129;p11"/>
          <p:cNvSpPr/>
          <p:nvPr/>
        </p:nvSpPr>
        <p:spPr>
          <a:xfrm>
            <a:off x="11718595" y="3690308"/>
            <a:ext cx="870" cy="1071"/>
          </a:xfrm>
          <a:custGeom>
            <a:rect b="b" l="l" r="r" t="t"/>
            <a:pathLst>
              <a:path extrusionOk="0" h="1071" w="870">
                <a:moveTo>
                  <a:pt x="0" y="0"/>
                </a:moveTo>
                <a:lnTo>
                  <a:pt x="870" y="0"/>
                </a:lnTo>
                <a:lnTo>
                  <a:pt x="870" y="1071"/>
                </a:lnTo>
                <a:lnTo>
                  <a:pt x="0" y="0"/>
                </a:lnTo>
                <a:close/>
              </a:path>
            </a:pathLst>
          </a:cu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Tree>
  </p:cSld>
  <p:clrMapOvr>
    <a:masterClrMapping/>
  </p:clrMapOvr>
  <p:extLst>
    <p:ext uri="{DCECCB84-F9BA-43D5-87BE-67443E8EF086}">
      <p15:sldGuideLst>
        <p15:guide id="1" orient="horz" pos="378">
          <p15:clr>
            <a:srgbClr val="FBAE40"/>
          </p15:clr>
        </p15:guide>
        <p15:guide id="2" orient="horz" pos="2731">
          <p15:clr>
            <a:srgbClr val="FBAE40"/>
          </p15:clr>
        </p15:guide>
        <p15:guide id="3" orient="horz" pos="219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5_Section Header" showMasterSp="0">
  <p:cSld name="6_Section Header">
    <p:spTree>
      <p:nvGrpSpPr>
        <p:cNvPr id="130" name="Shape 130"/>
        <p:cNvGrpSpPr/>
        <p:nvPr/>
      </p:nvGrpSpPr>
      <p:grpSpPr>
        <a:xfrm>
          <a:off x="0" y="0"/>
          <a:ext cx="0" cy="0"/>
          <a:chOff x="0" y="0"/>
          <a:chExt cx="0" cy="0"/>
        </a:xfrm>
      </p:grpSpPr>
      <p:sp>
        <p:nvSpPr>
          <p:cNvPr id="131" name="Google Shape;131;p12"/>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32" name="Google Shape;132;p12"/>
          <p:cNvSpPr/>
          <p:nvPr/>
        </p:nvSpPr>
        <p:spPr>
          <a:xfrm>
            <a:off x="629841" y="2556933"/>
            <a:ext cx="7891859" cy="826623"/>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grpSp>
        <p:nvGrpSpPr>
          <p:cNvPr id="133" name="Google Shape;133;p12"/>
          <p:cNvGrpSpPr/>
          <p:nvPr/>
        </p:nvGrpSpPr>
        <p:grpSpPr>
          <a:xfrm>
            <a:off x="994787" y="3020755"/>
            <a:ext cx="775019" cy="174751"/>
            <a:chOff x="1326382" y="4041646"/>
            <a:chExt cx="2597497" cy="653143"/>
          </a:xfrm>
        </p:grpSpPr>
        <p:sp>
          <p:nvSpPr>
            <p:cNvPr id="134" name="Google Shape;134;p12"/>
            <p:cNvSpPr/>
            <p:nvPr/>
          </p:nvSpPr>
          <p:spPr>
            <a:xfrm>
              <a:off x="1326382"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35" name="Google Shape;135;p12"/>
            <p:cNvSpPr/>
            <p:nvPr/>
          </p:nvSpPr>
          <p:spPr>
            <a:xfrm>
              <a:off x="1974500"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36" name="Google Shape;136;p12"/>
            <p:cNvSpPr/>
            <p:nvPr/>
          </p:nvSpPr>
          <p:spPr>
            <a:xfrm>
              <a:off x="2622617"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37" name="Google Shape;137;p12"/>
            <p:cNvSpPr/>
            <p:nvPr/>
          </p:nvSpPr>
          <p:spPr>
            <a:xfrm>
              <a:off x="3270737" y="4041646"/>
              <a:ext cx="653142"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38" name="Google Shape;138;p12"/>
            <p:cNvSpPr/>
            <p:nvPr/>
          </p:nvSpPr>
          <p:spPr>
            <a:xfrm>
              <a:off x="3597306" y="4041650"/>
              <a:ext cx="326569" cy="653139"/>
            </a:xfrm>
            <a:custGeom>
              <a:rect b="b" l="l" r="r" t="t"/>
              <a:pathLst>
                <a:path extrusionOk="0" h="653141" w="32657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grpSp>
      <p:sp>
        <p:nvSpPr>
          <p:cNvPr id="139" name="Google Shape;139;p12"/>
          <p:cNvSpPr txBox="1"/>
          <p:nvPr>
            <p:ph idx="1" type="body"/>
          </p:nvPr>
        </p:nvSpPr>
        <p:spPr>
          <a:xfrm>
            <a:off x="1029406" y="2721203"/>
            <a:ext cx="846528" cy="249042"/>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350"/>
              <a:buFont typeface="Arial"/>
              <a:buNone/>
              <a:defRPr b="0" i="0" sz="13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40" name="Google Shape;140;p12"/>
          <p:cNvSpPr txBox="1"/>
          <p:nvPr>
            <p:ph idx="2" type="body"/>
          </p:nvPr>
        </p:nvSpPr>
        <p:spPr>
          <a:xfrm>
            <a:off x="1921844" y="3016014"/>
            <a:ext cx="946585" cy="184232"/>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41" name="Google Shape;141;p12"/>
          <p:cNvSpPr txBox="1"/>
          <p:nvPr>
            <p:ph idx="3" type="body"/>
          </p:nvPr>
        </p:nvSpPr>
        <p:spPr>
          <a:xfrm>
            <a:off x="2868429" y="3714682"/>
            <a:ext cx="2471738" cy="13121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42" name="Google Shape;142;p12"/>
          <p:cNvSpPr txBox="1"/>
          <p:nvPr>
            <p:ph idx="10" type="dt"/>
          </p:nvPr>
        </p:nvSpPr>
        <p:spPr>
          <a:xfrm>
            <a:off x="636742"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43" name="Google Shape;143;p12"/>
          <p:cNvSpPr txBox="1"/>
          <p:nvPr>
            <p:ph idx="12" type="sldNum"/>
          </p:nvPr>
        </p:nvSpPr>
        <p:spPr>
          <a:xfrm>
            <a:off x="6466042"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144" name="Google Shape;144;p12"/>
          <p:cNvPicPr preferRelativeResize="0"/>
          <p:nvPr/>
        </p:nvPicPr>
        <p:blipFill rotWithShape="1">
          <a:blip r:embed="rId2">
            <a:alphaModFix/>
          </a:blip>
          <a:srcRect b="0" l="0" r="0" t="0"/>
          <a:stretch/>
        </p:blipFill>
        <p:spPr>
          <a:xfrm>
            <a:off x="7611920" y="303610"/>
            <a:ext cx="909780" cy="242888"/>
          </a:xfrm>
          <a:prstGeom prst="rect">
            <a:avLst/>
          </a:prstGeom>
          <a:noFill/>
          <a:ln>
            <a:noFill/>
          </a:ln>
        </p:spPr>
      </p:pic>
      <p:sp>
        <p:nvSpPr>
          <p:cNvPr id="145" name="Google Shape;145;p12"/>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46" name="Google Shape;146;p12"/>
          <p:cNvSpPr/>
          <p:nvPr/>
        </p:nvSpPr>
        <p:spPr>
          <a:xfrm>
            <a:off x="629841" y="2535239"/>
            <a:ext cx="7939088" cy="848318"/>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grpSp>
        <p:nvGrpSpPr>
          <p:cNvPr id="147" name="Google Shape;147;p12"/>
          <p:cNvGrpSpPr/>
          <p:nvPr/>
        </p:nvGrpSpPr>
        <p:grpSpPr>
          <a:xfrm>
            <a:off x="923664" y="3020755"/>
            <a:ext cx="775019" cy="174751"/>
            <a:chOff x="1326382" y="4041646"/>
            <a:chExt cx="2597497" cy="653143"/>
          </a:xfrm>
        </p:grpSpPr>
        <p:sp>
          <p:nvSpPr>
            <p:cNvPr id="148" name="Google Shape;148;p12"/>
            <p:cNvSpPr/>
            <p:nvPr/>
          </p:nvSpPr>
          <p:spPr>
            <a:xfrm>
              <a:off x="1326382"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49" name="Google Shape;149;p12"/>
            <p:cNvSpPr/>
            <p:nvPr/>
          </p:nvSpPr>
          <p:spPr>
            <a:xfrm>
              <a:off x="1974500"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50" name="Google Shape;150;p12"/>
            <p:cNvSpPr/>
            <p:nvPr/>
          </p:nvSpPr>
          <p:spPr>
            <a:xfrm>
              <a:off x="2622617"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51" name="Google Shape;151;p12"/>
            <p:cNvSpPr/>
            <p:nvPr/>
          </p:nvSpPr>
          <p:spPr>
            <a:xfrm>
              <a:off x="3270737" y="4041646"/>
              <a:ext cx="653142"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52" name="Google Shape;152;p12"/>
            <p:cNvSpPr/>
            <p:nvPr/>
          </p:nvSpPr>
          <p:spPr>
            <a:xfrm>
              <a:off x="3597306" y="4041650"/>
              <a:ext cx="326569" cy="653139"/>
            </a:xfrm>
            <a:custGeom>
              <a:rect b="b" l="l" r="r" t="t"/>
              <a:pathLst>
                <a:path extrusionOk="0" h="653141" w="32657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grpSp>
      <p:sp>
        <p:nvSpPr>
          <p:cNvPr id="153" name="Google Shape;153;p12"/>
          <p:cNvSpPr txBox="1"/>
          <p:nvPr>
            <p:ph idx="4" type="body"/>
          </p:nvPr>
        </p:nvSpPr>
        <p:spPr>
          <a:xfrm>
            <a:off x="958283" y="2721203"/>
            <a:ext cx="846528" cy="249042"/>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350"/>
              <a:buFont typeface="Arial"/>
              <a:buNone/>
              <a:defRPr b="0" i="0" sz="13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4" name="Google Shape;154;p12"/>
          <p:cNvSpPr txBox="1"/>
          <p:nvPr>
            <p:ph idx="5" type="body"/>
          </p:nvPr>
        </p:nvSpPr>
        <p:spPr>
          <a:xfrm>
            <a:off x="1850721" y="3016014"/>
            <a:ext cx="946585" cy="184232"/>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55" name="Google Shape;155;p12"/>
          <p:cNvSpPr txBox="1"/>
          <p:nvPr>
            <p:ph type="title"/>
          </p:nvPr>
        </p:nvSpPr>
        <p:spPr>
          <a:xfrm>
            <a:off x="630238" y="600075"/>
            <a:ext cx="6246812" cy="443979"/>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56" name="Google Shape;156;p12"/>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78">
          <p15:clr>
            <a:srgbClr val="FBAE40"/>
          </p15:clr>
        </p15:guide>
        <p15:guide id="2" orient="horz" pos="2210">
          <p15:clr>
            <a:srgbClr val="FBAE40"/>
          </p15:clr>
        </p15:guide>
        <p15:guide id="3" orient="horz" pos="2130">
          <p15:clr>
            <a:srgbClr val="FBAE40"/>
          </p15:clr>
        </p15:guide>
        <p15:guide id="4" orient="horz" pos="1597">
          <p15:clr>
            <a:srgbClr val="FBAE40"/>
          </p15:clr>
        </p15:guide>
        <p15:guide id="5" orient="horz" pos="2641">
          <p15:clr>
            <a:srgbClr val="FBAE40"/>
          </p15:clr>
        </p15:guide>
        <p15:guide id="6" pos="1134">
          <p15:clr>
            <a:srgbClr val="FBAE40"/>
          </p15:clr>
        </p15:guide>
        <p15:guide id="7" pos="433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Imeline Infographic" showMasterSp="0">
  <p:cSld name="1_Title and TImeline Infographic">
    <p:spTree>
      <p:nvGrpSpPr>
        <p:cNvPr id="157" name="Shape 157"/>
        <p:cNvGrpSpPr/>
        <p:nvPr/>
      </p:nvGrpSpPr>
      <p:grpSpPr>
        <a:xfrm>
          <a:off x="0" y="0"/>
          <a:ext cx="0" cy="0"/>
          <a:chOff x="0" y="0"/>
          <a:chExt cx="0" cy="0"/>
        </a:xfrm>
      </p:grpSpPr>
      <p:sp>
        <p:nvSpPr>
          <p:cNvPr id="158" name="Google Shape;158;p1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59" name="Google Shape;159;p1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160" name="Google Shape;160;p13"/>
          <p:cNvPicPr preferRelativeResize="0"/>
          <p:nvPr/>
        </p:nvPicPr>
        <p:blipFill rotWithShape="1">
          <a:blip r:embed="rId2">
            <a:alphaModFix/>
          </a:blip>
          <a:srcRect b="0" l="0" r="0" t="0"/>
          <a:stretch/>
        </p:blipFill>
        <p:spPr>
          <a:xfrm flipH="1" rot="10800000">
            <a:off x="632499" y="2973622"/>
            <a:ext cx="7691174" cy="667936"/>
          </a:xfrm>
          <a:prstGeom prst="rect">
            <a:avLst/>
          </a:prstGeom>
          <a:noFill/>
          <a:ln>
            <a:noFill/>
          </a:ln>
        </p:spPr>
      </p:pic>
      <p:sp>
        <p:nvSpPr>
          <p:cNvPr id="161" name="Google Shape;161;p13"/>
          <p:cNvSpPr txBox="1"/>
          <p:nvPr>
            <p:ph idx="1" type="body"/>
          </p:nvPr>
        </p:nvSpPr>
        <p:spPr>
          <a:xfrm>
            <a:off x="991750" y="1746401"/>
            <a:ext cx="740399" cy="249042"/>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DDDDDD"/>
              </a:buClr>
              <a:buSzPts val="2000"/>
              <a:buFont typeface="Arial"/>
              <a:buNone/>
              <a:defRPr b="1" i="0" sz="20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2" name="Google Shape;162;p13"/>
          <p:cNvSpPr txBox="1"/>
          <p:nvPr>
            <p:ph idx="2" type="body"/>
          </p:nvPr>
        </p:nvSpPr>
        <p:spPr>
          <a:xfrm>
            <a:off x="991750" y="2056441"/>
            <a:ext cx="1324840"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DDDDDD"/>
              </a:buClr>
              <a:buSzPts val="1100"/>
              <a:buFont typeface="Arial"/>
              <a:buNone/>
              <a:defRPr b="1" i="0" sz="11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3" name="Google Shape;163;p13"/>
          <p:cNvSpPr txBox="1"/>
          <p:nvPr>
            <p:ph idx="3" type="body"/>
          </p:nvPr>
        </p:nvSpPr>
        <p:spPr>
          <a:xfrm>
            <a:off x="991750" y="2281691"/>
            <a:ext cx="1149473"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4" name="Google Shape;164;p13"/>
          <p:cNvSpPr txBox="1"/>
          <p:nvPr>
            <p:ph idx="4" type="body"/>
          </p:nvPr>
        </p:nvSpPr>
        <p:spPr>
          <a:xfrm>
            <a:off x="2440487" y="1746401"/>
            <a:ext cx="740399" cy="249042"/>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5" name="Google Shape;165;p13"/>
          <p:cNvSpPr txBox="1"/>
          <p:nvPr>
            <p:ph idx="5" type="body"/>
          </p:nvPr>
        </p:nvSpPr>
        <p:spPr>
          <a:xfrm>
            <a:off x="2440487" y="2056441"/>
            <a:ext cx="1324840"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F6303E"/>
              </a:buClr>
              <a:buSzPts val="1100"/>
              <a:buFont typeface="Arial"/>
              <a:buNone/>
              <a:defRPr b="1" i="0" sz="11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6" name="Google Shape;166;p13"/>
          <p:cNvSpPr txBox="1"/>
          <p:nvPr>
            <p:ph idx="6" type="body"/>
          </p:nvPr>
        </p:nvSpPr>
        <p:spPr>
          <a:xfrm>
            <a:off x="2440487" y="2281691"/>
            <a:ext cx="1149473"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7" name="Google Shape;167;p13"/>
          <p:cNvSpPr txBox="1"/>
          <p:nvPr>
            <p:ph idx="7" type="body"/>
          </p:nvPr>
        </p:nvSpPr>
        <p:spPr>
          <a:xfrm>
            <a:off x="3892297" y="1746401"/>
            <a:ext cx="740399" cy="249042"/>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2000"/>
              <a:buFont typeface="Arial"/>
              <a:buNone/>
              <a:defRPr b="1" i="0" sz="2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8" name="Google Shape;168;p13"/>
          <p:cNvSpPr txBox="1"/>
          <p:nvPr>
            <p:ph idx="8" type="body"/>
          </p:nvPr>
        </p:nvSpPr>
        <p:spPr>
          <a:xfrm>
            <a:off x="3892297" y="2056441"/>
            <a:ext cx="1324840"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100"/>
              <a:buFont typeface="Arial"/>
              <a:buNone/>
              <a:defRPr b="1" i="0" sz="11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69" name="Google Shape;169;p13"/>
          <p:cNvSpPr txBox="1"/>
          <p:nvPr>
            <p:ph idx="9" type="body"/>
          </p:nvPr>
        </p:nvSpPr>
        <p:spPr>
          <a:xfrm>
            <a:off x="3892297" y="2281691"/>
            <a:ext cx="1149473"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0" name="Google Shape;170;p13"/>
          <p:cNvSpPr txBox="1"/>
          <p:nvPr>
            <p:ph idx="13" type="body"/>
          </p:nvPr>
        </p:nvSpPr>
        <p:spPr>
          <a:xfrm>
            <a:off x="5326899" y="1746401"/>
            <a:ext cx="740399" cy="249042"/>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CCCCCC"/>
              </a:buClr>
              <a:buSzPts val="2000"/>
              <a:buFont typeface="Arial"/>
              <a:buNone/>
              <a:defRPr b="1" i="0" sz="20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1" name="Google Shape;171;p13"/>
          <p:cNvSpPr txBox="1"/>
          <p:nvPr>
            <p:ph idx="14" type="body"/>
          </p:nvPr>
        </p:nvSpPr>
        <p:spPr>
          <a:xfrm>
            <a:off x="5326899" y="2056441"/>
            <a:ext cx="1324840"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CCCCCC"/>
              </a:buClr>
              <a:buSzPts val="1100"/>
              <a:buFont typeface="Arial"/>
              <a:buNone/>
              <a:defRPr b="1" i="0" sz="11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2" name="Google Shape;172;p13"/>
          <p:cNvSpPr txBox="1"/>
          <p:nvPr>
            <p:ph idx="15" type="body"/>
          </p:nvPr>
        </p:nvSpPr>
        <p:spPr>
          <a:xfrm>
            <a:off x="5326899" y="2281691"/>
            <a:ext cx="1149473"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3" name="Google Shape;173;p13"/>
          <p:cNvSpPr txBox="1"/>
          <p:nvPr>
            <p:ph idx="16" type="body"/>
          </p:nvPr>
        </p:nvSpPr>
        <p:spPr>
          <a:xfrm>
            <a:off x="6735161" y="1746401"/>
            <a:ext cx="740399" cy="249042"/>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4" name="Google Shape;174;p13"/>
          <p:cNvSpPr txBox="1"/>
          <p:nvPr>
            <p:ph idx="17" type="body"/>
          </p:nvPr>
        </p:nvSpPr>
        <p:spPr>
          <a:xfrm>
            <a:off x="6735161" y="2056441"/>
            <a:ext cx="1324840"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F6303E"/>
              </a:buClr>
              <a:buSzPts val="1100"/>
              <a:buFont typeface="Arial"/>
              <a:buNone/>
              <a:defRPr b="1" i="0" sz="11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5" name="Google Shape;175;p13"/>
          <p:cNvSpPr txBox="1"/>
          <p:nvPr>
            <p:ph idx="18" type="body"/>
          </p:nvPr>
        </p:nvSpPr>
        <p:spPr>
          <a:xfrm>
            <a:off x="6735161" y="2281691"/>
            <a:ext cx="1149473"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6" name="Google Shape;176;p13"/>
          <p:cNvSpPr txBox="1"/>
          <p:nvPr>
            <p:ph idx="19" type="body"/>
          </p:nvPr>
        </p:nvSpPr>
        <p:spPr>
          <a:xfrm>
            <a:off x="904066" y="3531649"/>
            <a:ext cx="1324840" cy="349771"/>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DDDDDD"/>
              </a:buClr>
              <a:buSzPts val="1600"/>
              <a:buFont typeface="Arial"/>
              <a:buNone/>
              <a:defRPr b="1" i="0" sz="16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7" name="Google Shape;177;p13"/>
          <p:cNvSpPr txBox="1"/>
          <p:nvPr>
            <p:ph idx="20" type="body"/>
          </p:nvPr>
        </p:nvSpPr>
        <p:spPr>
          <a:xfrm>
            <a:off x="2352802" y="3531649"/>
            <a:ext cx="1352923" cy="349771"/>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F6303E"/>
              </a:buClr>
              <a:buSzPts val="1600"/>
              <a:buFont typeface="Arial"/>
              <a:buNone/>
              <a:defRPr b="1" i="0" sz="16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8" name="Google Shape;178;p13"/>
          <p:cNvSpPr txBox="1"/>
          <p:nvPr>
            <p:ph idx="21" type="body"/>
          </p:nvPr>
        </p:nvSpPr>
        <p:spPr>
          <a:xfrm>
            <a:off x="3829621" y="3531648"/>
            <a:ext cx="1352923" cy="349771"/>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600"/>
              <a:buFont typeface="Arial"/>
              <a:buNone/>
              <a:defRPr b="1" i="0" sz="16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79" name="Google Shape;179;p13"/>
          <p:cNvSpPr txBox="1"/>
          <p:nvPr>
            <p:ph idx="22" type="body"/>
          </p:nvPr>
        </p:nvSpPr>
        <p:spPr>
          <a:xfrm>
            <a:off x="5306440" y="3531648"/>
            <a:ext cx="1324840" cy="349771"/>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DDDDDD"/>
              </a:buClr>
              <a:buSzPts val="1600"/>
              <a:buFont typeface="Arial"/>
              <a:buNone/>
              <a:defRPr b="1" i="0" sz="16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80" name="Google Shape;180;p13"/>
          <p:cNvSpPr txBox="1"/>
          <p:nvPr>
            <p:ph idx="23" type="body"/>
          </p:nvPr>
        </p:nvSpPr>
        <p:spPr>
          <a:xfrm>
            <a:off x="6755176" y="3531647"/>
            <a:ext cx="1352923" cy="349771"/>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F6303E"/>
              </a:buClr>
              <a:buSzPts val="1600"/>
              <a:buFont typeface="Arial"/>
              <a:buNone/>
              <a:defRPr b="1" i="0" sz="16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181" name="Google Shape;181;p13"/>
          <p:cNvPicPr preferRelativeResize="0"/>
          <p:nvPr/>
        </p:nvPicPr>
        <p:blipFill rotWithShape="1">
          <a:blip r:embed="rId2">
            <a:alphaModFix/>
          </a:blip>
          <a:srcRect b="0" l="0" r="0" t="0"/>
          <a:stretch/>
        </p:blipFill>
        <p:spPr>
          <a:xfrm flipH="1" rot="10800000">
            <a:off x="632499" y="2973622"/>
            <a:ext cx="7691174" cy="667936"/>
          </a:xfrm>
          <a:prstGeom prst="rect">
            <a:avLst/>
          </a:prstGeom>
          <a:noFill/>
          <a:ln>
            <a:noFill/>
          </a:ln>
        </p:spPr>
      </p:pic>
      <p:sp>
        <p:nvSpPr>
          <p:cNvPr id="182" name="Google Shape;182;p13"/>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83" name="Google Shape;183;p13"/>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84" name="Google Shape;184;p13"/>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Doughnut Chart">
  <p:cSld name="1_Title and Doughnut Chart">
    <p:spTree>
      <p:nvGrpSpPr>
        <p:cNvPr id="185" name="Shape 185"/>
        <p:cNvGrpSpPr/>
        <p:nvPr/>
      </p:nvGrpSpPr>
      <p:grpSpPr>
        <a:xfrm>
          <a:off x="0" y="0"/>
          <a:ext cx="0" cy="0"/>
          <a:chOff x="0" y="0"/>
          <a:chExt cx="0" cy="0"/>
        </a:xfrm>
      </p:grpSpPr>
      <p:sp>
        <p:nvSpPr>
          <p:cNvPr id="186" name="Google Shape;186;p1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87" name="Google Shape;187;p1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88" name="Google Shape;188;p14"/>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189" name="Google Shape;189;p14"/>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90" name="Google Shape;190;p14"/>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Line Chart">
  <p:cSld name="1_Title and Line Chart">
    <p:spTree>
      <p:nvGrpSpPr>
        <p:cNvPr id="191" name="Shape 191"/>
        <p:cNvGrpSpPr/>
        <p:nvPr/>
      </p:nvGrpSpPr>
      <p:grpSpPr>
        <a:xfrm>
          <a:off x="0" y="0"/>
          <a:ext cx="0" cy="0"/>
          <a:chOff x="0" y="0"/>
          <a:chExt cx="0" cy="0"/>
        </a:xfrm>
      </p:grpSpPr>
      <p:sp>
        <p:nvSpPr>
          <p:cNvPr id="192" name="Google Shape;192;p15"/>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193" name="Google Shape;193;p15"/>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194" name="Google Shape;194;p15"/>
          <p:cNvSpPr/>
          <p:nvPr/>
        </p:nvSpPr>
        <p:spPr>
          <a:xfrm>
            <a:off x="3170379" y="4105875"/>
            <a:ext cx="1512168" cy="419095"/>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195" name="Google Shape;195;p15"/>
          <p:cNvPicPr preferRelativeResize="0"/>
          <p:nvPr/>
        </p:nvPicPr>
        <p:blipFill rotWithShape="1">
          <a:blip r:embed="rId2">
            <a:alphaModFix/>
          </a:blip>
          <a:srcRect b="0" l="0" r="0" t="0"/>
          <a:stretch/>
        </p:blipFill>
        <p:spPr>
          <a:xfrm>
            <a:off x="5176215" y="3284258"/>
            <a:ext cx="1319792" cy="422726"/>
          </a:xfrm>
          <a:prstGeom prst="rect">
            <a:avLst/>
          </a:prstGeom>
          <a:noFill/>
          <a:ln>
            <a:noFill/>
          </a:ln>
        </p:spPr>
      </p:pic>
      <p:pic>
        <p:nvPicPr>
          <p:cNvPr id="196" name="Google Shape;196;p15"/>
          <p:cNvPicPr preferRelativeResize="0"/>
          <p:nvPr/>
        </p:nvPicPr>
        <p:blipFill rotWithShape="1">
          <a:blip r:embed="rId3">
            <a:alphaModFix/>
          </a:blip>
          <a:srcRect b="0" l="0" r="0" t="0"/>
          <a:stretch/>
        </p:blipFill>
        <p:spPr>
          <a:xfrm>
            <a:off x="6609469" y="3232411"/>
            <a:ext cx="1333750" cy="431988"/>
          </a:xfrm>
          <a:prstGeom prst="rect">
            <a:avLst/>
          </a:prstGeom>
          <a:noFill/>
          <a:ln>
            <a:noFill/>
          </a:ln>
        </p:spPr>
      </p:pic>
      <p:sp>
        <p:nvSpPr>
          <p:cNvPr id="197" name="Google Shape;197;p15"/>
          <p:cNvSpPr txBox="1"/>
          <p:nvPr>
            <p:ph idx="1" type="body"/>
          </p:nvPr>
        </p:nvSpPr>
        <p:spPr>
          <a:xfrm>
            <a:off x="630238" y="1600199"/>
            <a:ext cx="3182128" cy="3006726"/>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98" name="Google Shape;198;p15"/>
          <p:cNvSpPr txBox="1"/>
          <p:nvPr>
            <p:ph idx="2" type="body"/>
          </p:nvPr>
        </p:nvSpPr>
        <p:spPr>
          <a:xfrm>
            <a:off x="5306779" y="3059187"/>
            <a:ext cx="671653" cy="35078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99" name="Google Shape;199;p15"/>
          <p:cNvSpPr txBox="1"/>
          <p:nvPr>
            <p:ph idx="3" type="body"/>
          </p:nvPr>
        </p:nvSpPr>
        <p:spPr>
          <a:xfrm>
            <a:off x="6894111" y="3052728"/>
            <a:ext cx="671653" cy="325087"/>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rgbClr val="CCCCCC"/>
              </a:buClr>
              <a:buSzPts val="2000"/>
              <a:buFont typeface="Arial"/>
              <a:buNone/>
              <a:defRPr b="1" i="0" sz="20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0" name="Google Shape;200;p15"/>
          <p:cNvSpPr txBox="1"/>
          <p:nvPr>
            <p:ph idx="4" type="body"/>
          </p:nvPr>
        </p:nvSpPr>
        <p:spPr>
          <a:xfrm>
            <a:off x="5306778" y="3559464"/>
            <a:ext cx="1077979" cy="212599"/>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rgbClr val="F6303E"/>
              </a:buClr>
              <a:buSzPts val="1200"/>
              <a:buFont typeface="Arial"/>
              <a:buNone/>
              <a:defRPr b="1" i="0" sz="12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1" name="Google Shape;201;p15"/>
          <p:cNvSpPr txBox="1"/>
          <p:nvPr>
            <p:ph idx="5" type="body"/>
          </p:nvPr>
        </p:nvSpPr>
        <p:spPr>
          <a:xfrm>
            <a:off x="5299344" y="3813792"/>
            <a:ext cx="1077979" cy="799143"/>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50"/>
              <a:buFont typeface="Arial"/>
              <a:buNone/>
              <a:defRPr b="0" i="0" sz="10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2" name="Google Shape;202;p15"/>
          <p:cNvSpPr txBox="1"/>
          <p:nvPr>
            <p:ph idx="6" type="body"/>
          </p:nvPr>
        </p:nvSpPr>
        <p:spPr>
          <a:xfrm>
            <a:off x="6890089" y="3559464"/>
            <a:ext cx="1077979" cy="212599"/>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rgbClr val="F6303E"/>
              </a:buClr>
              <a:buSzPts val="1200"/>
              <a:buFont typeface="Arial"/>
              <a:buNone/>
              <a:defRPr b="1" i="0" sz="12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3" name="Google Shape;203;p15"/>
          <p:cNvSpPr txBox="1"/>
          <p:nvPr>
            <p:ph idx="7" type="body"/>
          </p:nvPr>
        </p:nvSpPr>
        <p:spPr>
          <a:xfrm>
            <a:off x="6882655" y="3813792"/>
            <a:ext cx="1077979" cy="799143"/>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50"/>
              <a:buFont typeface="Arial"/>
              <a:buNone/>
              <a:defRPr b="0" i="0" sz="10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4" name="Google Shape;204;p15"/>
          <p:cNvSpPr/>
          <p:nvPr>
            <p:ph idx="8" type="chart"/>
          </p:nvPr>
        </p:nvSpPr>
        <p:spPr>
          <a:xfrm>
            <a:off x="5295900" y="1600200"/>
            <a:ext cx="3225800" cy="1333500"/>
          </a:xfrm>
          <a:prstGeom prst="rect">
            <a:avLst/>
          </a:prstGeom>
          <a:noFill/>
          <a:ln>
            <a:noFill/>
          </a:ln>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05" name="Google Shape;205;p15"/>
          <p:cNvSpPr/>
          <p:nvPr/>
        </p:nvSpPr>
        <p:spPr>
          <a:xfrm>
            <a:off x="3170379" y="4105875"/>
            <a:ext cx="1512168" cy="419095"/>
          </a:xfrm>
          <a:prstGeom prst="rect">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pic>
        <p:nvPicPr>
          <p:cNvPr id="206" name="Google Shape;206;p15"/>
          <p:cNvPicPr preferRelativeResize="0"/>
          <p:nvPr/>
        </p:nvPicPr>
        <p:blipFill rotWithShape="1">
          <a:blip r:embed="rId2">
            <a:alphaModFix/>
          </a:blip>
          <a:srcRect b="0" l="0" r="0" t="0"/>
          <a:stretch/>
        </p:blipFill>
        <p:spPr>
          <a:xfrm>
            <a:off x="5176215" y="3284258"/>
            <a:ext cx="1319792" cy="422726"/>
          </a:xfrm>
          <a:prstGeom prst="rect">
            <a:avLst/>
          </a:prstGeom>
          <a:noFill/>
          <a:ln>
            <a:noFill/>
          </a:ln>
        </p:spPr>
      </p:pic>
      <p:pic>
        <p:nvPicPr>
          <p:cNvPr id="207" name="Google Shape;207;p15"/>
          <p:cNvPicPr preferRelativeResize="0"/>
          <p:nvPr/>
        </p:nvPicPr>
        <p:blipFill rotWithShape="1">
          <a:blip r:embed="rId3">
            <a:alphaModFix/>
          </a:blip>
          <a:srcRect b="0" l="0" r="0" t="0"/>
          <a:stretch/>
        </p:blipFill>
        <p:spPr>
          <a:xfrm>
            <a:off x="6609469" y="3232411"/>
            <a:ext cx="1333750" cy="431988"/>
          </a:xfrm>
          <a:prstGeom prst="rect">
            <a:avLst/>
          </a:prstGeom>
          <a:noFill/>
          <a:ln>
            <a:noFill/>
          </a:ln>
        </p:spPr>
      </p:pic>
      <p:sp>
        <p:nvSpPr>
          <p:cNvPr id="208" name="Google Shape;208;p15"/>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209" name="Google Shape;209;p15"/>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10" name="Google Shape;210;p15"/>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orient="horz" pos="1008">
          <p15:clr>
            <a:srgbClr val="FBAE40"/>
          </p15:clr>
        </p15:guide>
        <p15:guide id="3" orient="horz" pos="2754">
          <p15:clr>
            <a:srgbClr val="FBAE40"/>
          </p15:clr>
        </p15:guide>
        <p15:guide id="4" pos="2404">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Doughnut Chart 2">
  <p:cSld name="1_Title and Doughnut Chart 2">
    <p:spTree>
      <p:nvGrpSpPr>
        <p:cNvPr id="211" name="Shape 211"/>
        <p:cNvGrpSpPr/>
        <p:nvPr/>
      </p:nvGrpSpPr>
      <p:grpSpPr>
        <a:xfrm>
          <a:off x="0" y="0"/>
          <a:ext cx="0" cy="0"/>
          <a:chOff x="0" y="0"/>
          <a:chExt cx="0" cy="0"/>
        </a:xfrm>
      </p:grpSpPr>
      <p:sp>
        <p:nvSpPr>
          <p:cNvPr id="212" name="Google Shape;212;p1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13" name="Google Shape;213;p1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214" name="Google Shape;214;p16"/>
          <p:cNvPicPr preferRelativeResize="0"/>
          <p:nvPr/>
        </p:nvPicPr>
        <p:blipFill rotWithShape="1">
          <a:blip r:embed="rId2">
            <a:alphaModFix/>
          </a:blip>
          <a:srcRect b="0" l="0" r="0" t="0"/>
          <a:stretch/>
        </p:blipFill>
        <p:spPr>
          <a:xfrm>
            <a:off x="1960619" y="1967641"/>
            <a:ext cx="2754306" cy="1408988"/>
          </a:xfrm>
          <a:prstGeom prst="rect">
            <a:avLst/>
          </a:prstGeom>
          <a:noFill/>
          <a:ln>
            <a:noFill/>
          </a:ln>
        </p:spPr>
      </p:pic>
      <p:pic>
        <p:nvPicPr>
          <p:cNvPr id="215" name="Google Shape;215;p16"/>
          <p:cNvPicPr preferRelativeResize="0"/>
          <p:nvPr/>
        </p:nvPicPr>
        <p:blipFill rotWithShape="1">
          <a:blip r:embed="rId3">
            <a:alphaModFix/>
          </a:blip>
          <a:srcRect b="0" l="0" r="0" t="0"/>
          <a:stretch/>
        </p:blipFill>
        <p:spPr>
          <a:xfrm>
            <a:off x="880659" y="1705476"/>
            <a:ext cx="4222864" cy="2160240"/>
          </a:xfrm>
          <a:prstGeom prst="rect">
            <a:avLst/>
          </a:prstGeom>
          <a:noFill/>
          <a:ln>
            <a:noFill/>
          </a:ln>
        </p:spPr>
      </p:pic>
      <p:pic>
        <p:nvPicPr>
          <p:cNvPr id="216" name="Google Shape;216;p16"/>
          <p:cNvPicPr preferRelativeResize="0"/>
          <p:nvPr/>
        </p:nvPicPr>
        <p:blipFill rotWithShape="1">
          <a:blip r:embed="rId4">
            <a:alphaModFix/>
          </a:blip>
          <a:srcRect b="0" l="0" r="0" t="0"/>
          <a:stretch/>
        </p:blipFill>
        <p:spPr>
          <a:xfrm>
            <a:off x="3542547" y="1697092"/>
            <a:ext cx="4222864" cy="2160240"/>
          </a:xfrm>
          <a:prstGeom prst="rect">
            <a:avLst/>
          </a:prstGeom>
          <a:noFill/>
          <a:ln>
            <a:noFill/>
          </a:ln>
        </p:spPr>
      </p:pic>
      <p:sp>
        <p:nvSpPr>
          <p:cNvPr id="217" name="Google Shape;217;p16"/>
          <p:cNvSpPr txBox="1"/>
          <p:nvPr>
            <p:ph idx="1" type="body"/>
          </p:nvPr>
        </p:nvSpPr>
        <p:spPr>
          <a:xfrm>
            <a:off x="2286696" y="2571750"/>
            <a:ext cx="1324840" cy="29837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3200"/>
              <a:buFont typeface="Arial"/>
              <a:buNone/>
              <a:defRPr b="1" i="0" sz="3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18" name="Google Shape;218;p16"/>
          <p:cNvSpPr txBox="1"/>
          <p:nvPr>
            <p:ph idx="2" type="body"/>
          </p:nvPr>
        </p:nvSpPr>
        <p:spPr>
          <a:xfrm>
            <a:off x="2286696" y="2939370"/>
            <a:ext cx="1324840" cy="29837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000"/>
              <a:buFont typeface="Arial"/>
              <a:buNone/>
              <a:defRPr b="0"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19" name="Google Shape;219;p16"/>
          <p:cNvSpPr txBox="1"/>
          <p:nvPr>
            <p:ph idx="3" type="body"/>
          </p:nvPr>
        </p:nvSpPr>
        <p:spPr>
          <a:xfrm>
            <a:off x="4973335" y="2571750"/>
            <a:ext cx="1324840" cy="29837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3200"/>
              <a:buFont typeface="Arial"/>
              <a:buNone/>
              <a:defRPr b="1" i="0" sz="3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20" name="Google Shape;220;p16"/>
          <p:cNvSpPr txBox="1"/>
          <p:nvPr>
            <p:ph idx="4" type="body"/>
          </p:nvPr>
        </p:nvSpPr>
        <p:spPr>
          <a:xfrm>
            <a:off x="4973335" y="2939370"/>
            <a:ext cx="1324840" cy="29837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000"/>
              <a:buFont typeface="Arial"/>
              <a:buNone/>
              <a:defRPr b="0"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221" name="Google Shape;221;p16"/>
          <p:cNvPicPr preferRelativeResize="0"/>
          <p:nvPr/>
        </p:nvPicPr>
        <p:blipFill rotWithShape="1">
          <a:blip r:embed="rId2">
            <a:alphaModFix/>
          </a:blip>
          <a:srcRect b="0" l="0" r="0" t="0"/>
          <a:stretch/>
        </p:blipFill>
        <p:spPr>
          <a:xfrm>
            <a:off x="1960619" y="1967641"/>
            <a:ext cx="2754306" cy="1408988"/>
          </a:xfrm>
          <a:prstGeom prst="rect">
            <a:avLst/>
          </a:prstGeom>
          <a:noFill/>
          <a:ln>
            <a:noFill/>
          </a:ln>
        </p:spPr>
      </p:pic>
      <p:pic>
        <p:nvPicPr>
          <p:cNvPr id="222" name="Google Shape;222;p16"/>
          <p:cNvPicPr preferRelativeResize="0"/>
          <p:nvPr/>
        </p:nvPicPr>
        <p:blipFill rotWithShape="1">
          <a:blip r:embed="rId3">
            <a:alphaModFix/>
          </a:blip>
          <a:srcRect b="0" l="0" r="0" t="0"/>
          <a:stretch/>
        </p:blipFill>
        <p:spPr>
          <a:xfrm>
            <a:off x="880659" y="1705476"/>
            <a:ext cx="4222864" cy="2160240"/>
          </a:xfrm>
          <a:prstGeom prst="rect">
            <a:avLst/>
          </a:prstGeom>
          <a:noFill/>
          <a:ln>
            <a:noFill/>
          </a:ln>
        </p:spPr>
      </p:pic>
      <p:pic>
        <p:nvPicPr>
          <p:cNvPr id="223" name="Google Shape;223;p16"/>
          <p:cNvPicPr preferRelativeResize="0"/>
          <p:nvPr/>
        </p:nvPicPr>
        <p:blipFill rotWithShape="1">
          <a:blip r:embed="rId4">
            <a:alphaModFix/>
          </a:blip>
          <a:srcRect b="0" l="0" r="0" t="0"/>
          <a:stretch/>
        </p:blipFill>
        <p:spPr>
          <a:xfrm>
            <a:off x="3542547" y="1697092"/>
            <a:ext cx="4222864" cy="2160240"/>
          </a:xfrm>
          <a:prstGeom prst="rect">
            <a:avLst/>
          </a:prstGeom>
          <a:noFill/>
          <a:ln>
            <a:noFill/>
          </a:ln>
        </p:spPr>
      </p:pic>
      <p:sp>
        <p:nvSpPr>
          <p:cNvPr id="224" name="Google Shape;224;p16"/>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225" name="Google Shape;225;p16"/>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26" name="Google Shape;226;p16"/>
          <p:cNvPicPr preferRelativeResize="0"/>
          <p:nvPr/>
        </p:nvPicPr>
        <p:blipFill rotWithShape="1">
          <a:blip r:embed="rId5">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Infograhic">
  <p:cSld name="1_Title and Infograhic">
    <p:spTree>
      <p:nvGrpSpPr>
        <p:cNvPr id="227" name="Shape 227"/>
        <p:cNvGrpSpPr/>
        <p:nvPr/>
      </p:nvGrpSpPr>
      <p:grpSpPr>
        <a:xfrm>
          <a:off x="0" y="0"/>
          <a:ext cx="0" cy="0"/>
          <a:chOff x="0" y="0"/>
          <a:chExt cx="0" cy="0"/>
        </a:xfrm>
      </p:grpSpPr>
      <p:sp>
        <p:nvSpPr>
          <p:cNvPr id="228" name="Google Shape;228;p1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29" name="Google Shape;229;p1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230" name="Google Shape;230;p17"/>
          <p:cNvPicPr preferRelativeResize="0"/>
          <p:nvPr/>
        </p:nvPicPr>
        <p:blipFill rotWithShape="1">
          <a:blip r:embed="rId2">
            <a:alphaModFix/>
          </a:blip>
          <a:srcRect b="0" l="0" r="0" t="0"/>
          <a:stretch/>
        </p:blipFill>
        <p:spPr>
          <a:xfrm>
            <a:off x="914602" y="2566307"/>
            <a:ext cx="2538282" cy="1298479"/>
          </a:xfrm>
          <a:prstGeom prst="rect">
            <a:avLst/>
          </a:prstGeom>
          <a:noFill/>
          <a:ln>
            <a:noFill/>
          </a:ln>
        </p:spPr>
      </p:pic>
      <p:pic>
        <p:nvPicPr>
          <p:cNvPr id="231" name="Google Shape;231;p17"/>
          <p:cNvPicPr preferRelativeResize="0"/>
          <p:nvPr/>
        </p:nvPicPr>
        <p:blipFill rotWithShape="1">
          <a:blip r:embed="rId3">
            <a:alphaModFix/>
          </a:blip>
          <a:srcRect b="0" l="0" r="0" t="0"/>
          <a:stretch/>
        </p:blipFill>
        <p:spPr>
          <a:xfrm>
            <a:off x="918760" y="1581506"/>
            <a:ext cx="7431156" cy="2999208"/>
          </a:xfrm>
          <a:prstGeom prst="rect">
            <a:avLst/>
          </a:prstGeom>
          <a:noFill/>
          <a:ln>
            <a:noFill/>
          </a:ln>
        </p:spPr>
      </p:pic>
      <p:sp>
        <p:nvSpPr>
          <p:cNvPr id="232" name="Google Shape;232;p17"/>
          <p:cNvSpPr txBox="1"/>
          <p:nvPr>
            <p:ph idx="1" type="body"/>
          </p:nvPr>
        </p:nvSpPr>
        <p:spPr>
          <a:xfrm>
            <a:off x="1263041" y="2104600"/>
            <a:ext cx="830454" cy="292044"/>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800"/>
              <a:buFont typeface="Arial"/>
              <a:buNone/>
              <a:defRPr b="1" i="0" sz="18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3" name="Google Shape;233;p17"/>
          <p:cNvSpPr txBox="1"/>
          <p:nvPr>
            <p:ph idx="2" type="body"/>
          </p:nvPr>
        </p:nvSpPr>
        <p:spPr>
          <a:xfrm>
            <a:off x="2470356" y="3778988"/>
            <a:ext cx="784195" cy="305954"/>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800"/>
              <a:buFont typeface="Arial"/>
              <a:buNone/>
              <a:defRPr b="1"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4" name="Google Shape;234;p17"/>
          <p:cNvSpPr txBox="1"/>
          <p:nvPr>
            <p:ph idx="3" type="body"/>
          </p:nvPr>
        </p:nvSpPr>
        <p:spPr>
          <a:xfrm>
            <a:off x="3530790" y="2108961"/>
            <a:ext cx="824532" cy="28768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5" name="Google Shape;235;p17"/>
          <p:cNvSpPr txBox="1"/>
          <p:nvPr>
            <p:ph idx="4" type="body"/>
          </p:nvPr>
        </p:nvSpPr>
        <p:spPr>
          <a:xfrm>
            <a:off x="4729642" y="3771033"/>
            <a:ext cx="745627" cy="305954"/>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6" name="Google Shape;236;p17"/>
          <p:cNvSpPr txBox="1"/>
          <p:nvPr>
            <p:ph idx="5" type="body"/>
          </p:nvPr>
        </p:nvSpPr>
        <p:spPr>
          <a:xfrm>
            <a:off x="5904099" y="2107682"/>
            <a:ext cx="758842" cy="292044"/>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800"/>
              <a:buFont typeface="Arial"/>
              <a:buNone/>
              <a:defRPr b="1" i="0" sz="18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7" name="Google Shape;237;p17"/>
          <p:cNvSpPr txBox="1"/>
          <p:nvPr>
            <p:ph idx="6" type="body"/>
          </p:nvPr>
        </p:nvSpPr>
        <p:spPr>
          <a:xfrm>
            <a:off x="7023857" y="3762859"/>
            <a:ext cx="784195" cy="305954"/>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8" name="Google Shape;238;p17"/>
          <p:cNvSpPr txBox="1"/>
          <p:nvPr>
            <p:ph idx="7" type="body"/>
          </p:nvPr>
        </p:nvSpPr>
        <p:spPr>
          <a:xfrm>
            <a:off x="2156171" y="1257995"/>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200"/>
              <a:buFont typeface="Arial"/>
              <a:buNone/>
              <a:defRPr b="1" i="0" sz="12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39" name="Google Shape;239;p17"/>
          <p:cNvSpPr txBox="1"/>
          <p:nvPr>
            <p:ph idx="8" type="body"/>
          </p:nvPr>
        </p:nvSpPr>
        <p:spPr>
          <a:xfrm>
            <a:off x="2156171" y="1523662"/>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0" name="Google Shape;240;p17"/>
          <p:cNvSpPr txBox="1"/>
          <p:nvPr>
            <p:ph idx="9" type="body"/>
          </p:nvPr>
        </p:nvSpPr>
        <p:spPr>
          <a:xfrm>
            <a:off x="4513908" y="1257995"/>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1" name="Google Shape;241;p17"/>
          <p:cNvSpPr txBox="1"/>
          <p:nvPr>
            <p:ph idx="13" type="body"/>
          </p:nvPr>
        </p:nvSpPr>
        <p:spPr>
          <a:xfrm>
            <a:off x="4513908" y="1523662"/>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2" name="Google Shape;242;p17"/>
          <p:cNvSpPr txBox="1"/>
          <p:nvPr>
            <p:ph idx="14" type="body"/>
          </p:nvPr>
        </p:nvSpPr>
        <p:spPr>
          <a:xfrm>
            <a:off x="6720777" y="1257995"/>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3" name="Google Shape;243;p17"/>
          <p:cNvSpPr txBox="1"/>
          <p:nvPr>
            <p:ph idx="15" type="body"/>
          </p:nvPr>
        </p:nvSpPr>
        <p:spPr>
          <a:xfrm>
            <a:off x="6720777" y="1523662"/>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4" name="Google Shape;244;p17"/>
          <p:cNvSpPr txBox="1"/>
          <p:nvPr>
            <p:ph idx="16" type="body"/>
          </p:nvPr>
        </p:nvSpPr>
        <p:spPr>
          <a:xfrm>
            <a:off x="995265" y="3791876"/>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5" name="Google Shape;245;p17"/>
          <p:cNvSpPr txBox="1"/>
          <p:nvPr>
            <p:ph idx="17" type="body"/>
          </p:nvPr>
        </p:nvSpPr>
        <p:spPr>
          <a:xfrm>
            <a:off x="995265" y="4057543"/>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6" name="Google Shape;246;p17"/>
          <p:cNvSpPr txBox="1"/>
          <p:nvPr>
            <p:ph idx="18" type="body"/>
          </p:nvPr>
        </p:nvSpPr>
        <p:spPr>
          <a:xfrm>
            <a:off x="3326285" y="3779691"/>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7" name="Google Shape;247;p17"/>
          <p:cNvSpPr txBox="1"/>
          <p:nvPr>
            <p:ph idx="19" type="body"/>
          </p:nvPr>
        </p:nvSpPr>
        <p:spPr>
          <a:xfrm>
            <a:off x="3326285" y="4045358"/>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8" name="Google Shape;248;p17"/>
          <p:cNvSpPr txBox="1"/>
          <p:nvPr>
            <p:ph idx="20" type="body"/>
          </p:nvPr>
        </p:nvSpPr>
        <p:spPr>
          <a:xfrm>
            <a:off x="5599996" y="3758972"/>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49" name="Google Shape;249;p17"/>
          <p:cNvSpPr txBox="1"/>
          <p:nvPr>
            <p:ph idx="21" type="body"/>
          </p:nvPr>
        </p:nvSpPr>
        <p:spPr>
          <a:xfrm>
            <a:off x="5599996" y="4024639"/>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250" name="Google Shape;250;p17"/>
          <p:cNvPicPr preferRelativeResize="0"/>
          <p:nvPr/>
        </p:nvPicPr>
        <p:blipFill rotWithShape="1">
          <a:blip r:embed="rId2">
            <a:alphaModFix/>
          </a:blip>
          <a:srcRect b="0" l="0" r="0" t="0"/>
          <a:stretch/>
        </p:blipFill>
        <p:spPr>
          <a:xfrm>
            <a:off x="914602" y="2566307"/>
            <a:ext cx="2538282" cy="1298479"/>
          </a:xfrm>
          <a:prstGeom prst="rect">
            <a:avLst/>
          </a:prstGeom>
          <a:noFill/>
          <a:ln>
            <a:noFill/>
          </a:ln>
        </p:spPr>
      </p:pic>
      <p:pic>
        <p:nvPicPr>
          <p:cNvPr id="251" name="Google Shape;251;p17"/>
          <p:cNvPicPr preferRelativeResize="0"/>
          <p:nvPr/>
        </p:nvPicPr>
        <p:blipFill rotWithShape="1">
          <a:blip r:embed="rId3">
            <a:alphaModFix/>
          </a:blip>
          <a:srcRect b="0" l="0" r="0" t="0"/>
          <a:stretch/>
        </p:blipFill>
        <p:spPr>
          <a:xfrm>
            <a:off x="918760" y="1581506"/>
            <a:ext cx="7431156" cy="2999208"/>
          </a:xfrm>
          <a:prstGeom prst="rect">
            <a:avLst/>
          </a:prstGeom>
          <a:noFill/>
          <a:ln>
            <a:noFill/>
          </a:ln>
        </p:spPr>
      </p:pic>
      <p:sp>
        <p:nvSpPr>
          <p:cNvPr id="252" name="Google Shape;252;p17"/>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253" name="Google Shape;253;p17"/>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254" name="Google Shape;254;p17"/>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Infographic 2">
  <p:cSld name="1_Title and Infographic 2">
    <p:spTree>
      <p:nvGrpSpPr>
        <p:cNvPr id="255" name="Shape 255"/>
        <p:cNvGrpSpPr/>
        <p:nvPr/>
      </p:nvGrpSpPr>
      <p:grpSpPr>
        <a:xfrm>
          <a:off x="0" y="0"/>
          <a:ext cx="0" cy="0"/>
          <a:chOff x="0" y="0"/>
          <a:chExt cx="0" cy="0"/>
        </a:xfrm>
      </p:grpSpPr>
      <p:sp>
        <p:nvSpPr>
          <p:cNvPr id="256" name="Google Shape;256;p1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57" name="Google Shape;257;p1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descr="C:\Users\diyajoseph\Desktop\New folder (3)\Infographics-01-01.png" id="258" name="Google Shape;258;p18"/>
          <p:cNvPicPr preferRelativeResize="0"/>
          <p:nvPr/>
        </p:nvPicPr>
        <p:blipFill rotWithShape="1">
          <a:blip r:embed="rId2">
            <a:alphaModFix/>
          </a:blip>
          <a:srcRect b="0" l="0" r="0" t="0"/>
          <a:stretch/>
        </p:blipFill>
        <p:spPr>
          <a:xfrm>
            <a:off x="4349184" y="1331625"/>
            <a:ext cx="3644856" cy="3644859"/>
          </a:xfrm>
          <a:prstGeom prst="rect">
            <a:avLst/>
          </a:prstGeom>
          <a:noFill/>
          <a:ln>
            <a:noFill/>
          </a:ln>
        </p:spPr>
      </p:pic>
      <p:sp>
        <p:nvSpPr>
          <p:cNvPr id="259" name="Google Shape;259;p18"/>
          <p:cNvSpPr txBox="1"/>
          <p:nvPr>
            <p:ph idx="1" type="body"/>
          </p:nvPr>
        </p:nvSpPr>
        <p:spPr>
          <a:xfrm>
            <a:off x="630238" y="1347788"/>
            <a:ext cx="3182128" cy="277177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0" name="Google Shape;260;p18"/>
          <p:cNvSpPr txBox="1"/>
          <p:nvPr>
            <p:ph idx="2" type="body"/>
          </p:nvPr>
        </p:nvSpPr>
        <p:spPr>
          <a:xfrm>
            <a:off x="6433953" y="1722104"/>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1" name="Google Shape;261;p18"/>
          <p:cNvSpPr txBox="1"/>
          <p:nvPr>
            <p:ph idx="3" type="body"/>
          </p:nvPr>
        </p:nvSpPr>
        <p:spPr>
          <a:xfrm>
            <a:off x="6433953" y="1987771"/>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2" name="Google Shape;262;p18"/>
          <p:cNvSpPr txBox="1"/>
          <p:nvPr>
            <p:ph idx="4" type="body"/>
          </p:nvPr>
        </p:nvSpPr>
        <p:spPr>
          <a:xfrm>
            <a:off x="4628562" y="3026158"/>
            <a:ext cx="1182772" cy="386646"/>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100"/>
              <a:buFont typeface="Arial"/>
              <a:buNone/>
              <a:defRPr b="1" i="0" sz="11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3" name="Google Shape;263;p18"/>
          <p:cNvSpPr txBox="1"/>
          <p:nvPr>
            <p:ph idx="5" type="body"/>
          </p:nvPr>
        </p:nvSpPr>
        <p:spPr>
          <a:xfrm>
            <a:off x="7003447" y="2783735"/>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4" name="Google Shape;264;p18"/>
          <p:cNvSpPr txBox="1"/>
          <p:nvPr>
            <p:ph idx="6" type="body"/>
          </p:nvPr>
        </p:nvSpPr>
        <p:spPr>
          <a:xfrm>
            <a:off x="7009593" y="3303767"/>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5" name="Google Shape;265;p18"/>
          <p:cNvSpPr txBox="1"/>
          <p:nvPr>
            <p:ph idx="7" type="body"/>
          </p:nvPr>
        </p:nvSpPr>
        <p:spPr>
          <a:xfrm>
            <a:off x="7009593" y="3569434"/>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6" name="Google Shape;266;p18"/>
          <p:cNvSpPr txBox="1"/>
          <p:nvPr>
            <p:ph idx="8" type="body"/>
          </p:nvPr>
        </p:nvSpPr>
        <p:spPr>
          <a:xfrm>
            <a:off x="6433953" y="4034311"/>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7" name="Google Shape;267;p18"/>
          <p:cNvSpPr txBox="1"/>
          <p:nvPr>
            <p:ph idx="9" type="body"/>
          </p:nvPr>
        </p:nvSpPr>
        <p:spPr>
          <a:xfrm>
            <a:off x="6433953" y="4299978"/>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8" name="Google Shape;268;p18"/>
          <p:cNvSpPr txBox="1"/>
          <p:nvPr>
            <p:ph idx="13" type="body"/>
          </p:nvPr>
        </p:nvSpPr>
        <p:spPr>
          <a:xfrm>
            <a:off x="7001132" y="2524953"/>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69" name="Google Shape;269;p18"/>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pic>
        <p:nvPicPr>
          <p:cNvPr id="270" name="Google Shape;270;p18"/>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orient="horz" pos="849">
          <p15:clr>
            <a:srgbClr val="FBAE40"/>
          </p15:clr>
        </p15:guide>
        <p15:guide id="3" orient="horz" pos="2663">
          <p15:clr>
            <a:srgbClr val="FBAE40"/>
          </p15:clr>
        </p15:guide>
        <p15:guide id="4" pos="25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Infographic 3">
  <p:cSld name="1_Title and Infographic 3">
    <p:spTree>
      <p:nvGrpSpPr>
        <p:cNvPr id="271" name="Shape 271"/>
        <p:cNvGrpSpPr/>
        <p:nvPr/>
      </p:nvGrpSpPr>
      <p:grpSpPr>
        <a:xfrm>
          <a:off x="0" y="0"/>
          <a:ext cx="0" cy="0"/>
          <a:chOff x="0" y="0"/>
          <a:chExt cx="0" cy="0"/>
        </a:xfrm>
      </p:grpSpPr>
      <p:sp>
        <p:nvSpPr>
          <p:cNvPr id="272" name="Google Shape;272;p1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273" name="Google Shape;273;p1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274" name="Google Shape;274;p19"/>
          <p:cNvSpPr txBox="1"/>
          <p:nvPr>
            <p:ph idx="1" type="body"/>
          </p:nvPr>
        </p:nvSpPr>
        <p:spPr>
          <a:xfrm>
            <a:off x="2184783" y="1316876"/>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5" name="Google Shape;275;p19"/>
          <p:cNvSpPr txBox="1"/>
          <p:nvPr>
            <p:ph idx="2" type="body"/>
          </p:nvPr>
        </p:nvSpPr>
        <p:spPr>
          <a:xfrm>
            <a:off x="2184783" y="1496505"/>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6" name="Google Shape;276;p19"/>
          <p:cNvSpPr txBox="1"/>
          <p:nvPr>
            <p:ph idx="3" type="body"/>
          </p:nvPr>
        </p:nvSpPr>
        <p:spPr>
          <a:xfrm>
            <a:off x="2184783" y="1708544"/>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7" name="Google Shape;277;p19"/>
          <p:cNvSpPr txBox="1"/>
          <p:nvPr>
            <p:ph idx="4" type="body"/>
          </p:nvPr>
        </p:nvSpPr>
        <p:spPr>
          <a:xfrm>
            <a:off x="1648313" y="2160534"/>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1"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8" name="Google Shape;278;p19"/>
          <p:cNvSpPr txBox="1"/>
          <p:nvPr>
            <p:ph idx="5" type="body"/>
          </p:nvPr>
        </p:nvSpPr>
        <p:spPr>
          <a:xfrm>
            <a:off x="1648313" y="2340163"/>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79" name="Google Shape;279;p19"/>
          <p:cNvSpPr txBox="1"/>
          <p:nvPr>
            <p:ph idx="6" type="body"/>
          </p:nvPr>
        </p:nvSpPr>
        <p:spPr>
          <a:xfrm>
            <a:off x="1648313" y="2552202"/>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0" name="Google Shape;280;p19"/>
          <p:cNvSpPr txBox="1"/>
          <p:nvPr>
            <p:ph idx="7" type="body"/>
          </p:nvPr>
        </p:nvSpPr>
        <p:spPr>
          <a:xfrm>
            <a:off x="1670695" y="3113991"/>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1" name="Google Shape;281;p19"/>
          <p:cNvSpPr txBox="1"/>
          <p:nvPr>
            <p:ph idx="8" type="body"/>
          </p:nvPr>
        </p:nvSpPr>
        <p:spPr>
          <a:xfrm>
            <a:off x="1670695" y="3293620"/>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2" name="Google Shape;282;p19"/>
          <p:cNvSpPr txBox="1"/>
          <p:nvPr>
            <p:ph idx="9" type="body"/>
          </p:nvPr>
        </p:nvSpPr>
        <p:spPr>
          <a:xfrm>
            <a:off x="1670695" y="3505659"/>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3" name="Google Shape;283;p19"/>
          <p:cNvSpPr txBox="1"/>
          <p:nvPr>
            <p:ph idx="13" type="body"/>
          </p:nvPr>
        </p:nvSpPr>
        <p:spPr>
          <a:xfrm>
            <a:off x="2154251" y="3833167"/>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4" name="Google Shape;284;p19"/>
          <p:cNvSpPr txBox="1"/>
          <p:nvPr>
            <p:ph idx="14" type="body"/>
          </p:nvPr>
        </p:nvSpPr>
        <p:spPr>
          <a:xfrm>
            <a:off x="2154251" y="4012796"/>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5" name="Google Shape;285;p19"/>
          <p:cNvSpPr txBox="1"/>
          <p:nvPr>
            <p:ph idx="15" type="body"/>
          </p:nvPr>
        </p:nvSpPr>
        <p:spPr>
          <a:xfrm>
            <a:off x="2154251" y="4224835"/>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6" name="Google Shape;286;p19"/>
          <p:cNvSpPr txBox="1"/>
          <p:nvPr>
            <p:ph idx="16" type="body"/>
          </p:nvPr>
        </p:nvSpPr>
        <p:spPr>
          <a:xfrm>
            <a:off x="5711844" y="1274684"/>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7" name="Google Shape;287;p19"/>
          <p:cNvSpPr txBox="1"/>
          <p:nvPr>
            <p:ph idx="17" type="body"/>
          </p:nvPr>
        </p:nvSpPr>
        <p:spPr>
          <a:xfrm>
            <a:off x="5711844" y="1454313"/>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8" name="Google Shape;288;p19"/>
          <p:cNvSpPr txBox="1"/>
          <p:nvPr>
            <p:ph idx="18" type="body"/>
          </p:nvPr>
        </p:nvSpPr>
        <p:spPr>
          <a:xfrm>
            <a:off x="5711844" y="1666352"/>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89" name="Google Shape;289;p19"/>
          <p:cNvSpPr txBox="1"/>
          <p:nvPr>
            <p:ph idx="19" type="body"/>
          </p:nvPr>
        </p:nvSpPr>
        <p:spPr>
          <a:xfrm>
            <a:off x="6247590" y="2081713"/>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0" name="Google Shape;290;p19"/>
          <p:cNvSpPr txBox="1"/>
          <p:nvPr>
            <p:ph idx="20" type="body"/>
          </p:nvPr>
        </p:nvSpPr>
        <p:spPr>
          <a:xfrm>
            <a:off x="6247590" y="2261342"/>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1" name="Google Shape;291;p19"/>
          <p:cNvSpPr txBox="1"/>
          <p:nvPr>
            <p:ph idx="21" type="body"/>
          </p:nvPr>
        </p:nvSpPr>
        <p:spPr>
          <a:xfrm>
            <a:off x="6247590" y="2473381"/>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2" name="Google Shape;292;p19"/>
          <p:cNvSpPr txBox="1"/>
          <p:nvPr>
            <p:ph idx="22" type="body"/>
          </p:nvPr>
        </p:nvSpPr>
        <p:spPr>
          <a:xfrm>
            <a:off x="6247590" y="3009669"/>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3" name="Google Shape;293;p19"/>
          <p:cNvSpPr txBox="1"/>
          <p:nvPr>
            <p:ph idx="23" type="body"/>
          </p:nvPr>
        </p:nvSpPr>
        <p:spPr>
          <a:xfrm>
            <a:off x="6247590" y="3189298"/>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4" name="Google Shape;294;p19"/>
          <p:cNvSpPr txBox="1"/>
          <p:nvPr>
            <p:ph idx="24" type="body"/>
          </p:nvPr>
        </p:nvSpPr>
        <p:spPr>
          <a:xfrm>
            <a:off x="6247590" y="3401337"/>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5" name="Google Shape;295;p19"/>
          <p:cNvSpPr txBox="1"/>
          <p:nvPr>
            <p:ph idx="25" type="body"/>
          </p:nvPr>
        </p:nvSpPr>
        <p:spPr>
          <a:xfrm>
            <a:off x="5911033" y="3827718"/>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6" name="Google Shape;296;p19"/>
          <p:cNvSpPr txBox="1"/>
          <p:nvPr>
            <p:ph idx="26" type="body"/>
          </p:nvPr>
        </p:nvSpPr>
        <p:spPr>
          <a:xfrm>
            <a:off x="5911033" y="4007347"/>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297" name="Google Shape;297;p19"/>
          <p:cNvSpPr txBox="1"/>
          <p:nvPr>
            <p:ph idx="27" type="body"/>
          </p:nvPr>
        </p:nvSpPr>
        <p:spPr>
          <a:xfrm>
            <a:off x="5911033" y="4219386"/>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grpSp>
        <p:nvGrpSpPr>
          <p:cNvPr id="298" name="Google Shape;298;p19"/>
          <p:cNvGrpSpPr/>
          <p:nvPr/>
        </p:nvGrpSpPr>
        <p:grpSpPr>
          <a:xfrm>
            <a:off x="3064089" y="1322496"/>
            <a:ext cx="3130304" cy="3130304"/>
            <a:chOff x="1725851" y="197234"/>
            <a:chExt cx="4799362" cy="4799363"/>
          </a:xfrm>
        </p:grpSpPr>
        <p:sp>
          <p:nvSpPr>
            <p:cNvPr id="299" name="Google Shape;299;p19"/>
            <p:cNvSpPr/>
            <p:nvPr/>
          </p:nvSpPr>
          <p:spPr>
            <a:xfrm>
              <a:off x="2160294" y="631678"/>
              <a:ext cx="3930473" cy="3930474"/>
            </a:xfrm>
            <a:prstGeom prst="blockArc">
              <a:avLst>
                <a:gd fmla="val 13500000" name="adj1"/>
                <a:gd fmla="val 16200000" name="adj2"/>
                <a:gd fmla="val 3430" name="adj3"/>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0" name="Google Shape;300;p19"/>
            <p:cNvSpPr/>
            <p:nvPr/>
          </p:nvSpPr>
          <p:spPr>
            <a:xfrm>
              <a:off x="2160294" y="631678"/>
              <a:ext cx="3930473" cy="3930474"/>
            </a:xfrm>
            <a:prstGeom prst="blockArc">
              <a:avLst>
                <a:gd fmla="val 10800000" name="adj1"/>
                <a:gd fmla="val 13500000" name="adj2"/>
                <a:gd fmla="val 3430" name="adj3"/>
              </a:avLst>
            </a:prstGeom>
            <a:solidFill>
              <a:srgbClr val="9D9D9D"/>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1" name="Google Shape;301;p19"/>
            <p:cNvSpPr/>
            <p:nvPr/>
          </p:nvSpPr>
          <p:spPr>
            <a:xfrm>
              <a:off x="2160294" y="631678"/>
              <a:ext cx="3930473" cy="3930474"/>
            </a:xfrm>
            <a:prstGeom prst="blockArc">
              <a:avLst>
                <a:gd fmla="val 8100000" name="adj1"/>
                <a:gd fmla="val 10800000" name="adj2"/>
                <a:gd fmla="val 3430" name="adj3"/>
              </a:avLst>
            </a:prstGeom>
            <a:solidFill>
              <a:schemeClr val="dk1"/>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2" name="Google Shape;302;p19"/>
            <p:cNvSpPr/>
            <p:nvPr/>
          </p:nvSpPr>
          <p:spPr>
            <a:xfrm>
              <a:off x="2160294" y="631678"/>
              <a:ext cx="3930473" cy="3930474"/>
            </a:xfrm>
            <a:prstGeom prst="blockArc">
              <a:avLst>
                <a:gd fmla="val 5400000" name="adj1"/>
                <a:gd fmla="val 8100000" name="adj2"/>
                <a:gd fmla="val 3430" name="adj3"/>
              </a:avLst>
            </a:prstGeom>
            <a:solidFill>
              <a:srgbClr val="B4B4B4"/>
            </a:solidFill>
            <a:ln cap="flat" cmpd="sng" w="9525">
              <a:solidFill>
                <a:srgbClr val="A8A8A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t/>
              </a:r>
              <a:endParaRPr sz="1800">
                <a:solidFill>
                  <a:schemeClr val="lt1"/>
                </a:solidFill>
                <a:latin typeface="Calibri"/>
                <a:ea typeface="Calibri"/>
                <a:cs typeface="Calibri"/>
                <a:sym typeface="Calibri"/>
              </a:endParaRPr>
            </a:p>
          </p:txBody>
        </p:sp>
        <p:sp>
          <p:nvSpPr>
            <p:cNvPr id="303" name="Google Shape;303;p19"/>
            <p:cNvSpPr/>
            <p:nvPr/>
          </p:nvSpPr>
          <p:spPr>
            <a:xfrm>
              <a:off x="2160294" y="631678"/>
              <a:ext cx="3930473" cy="3930474"/>
            </a:xfrm>
            <a:prstGeom prst="blockArc">
              <a:avLst>
                <a:gd fmla="val 2700000" name="adj1"/>
                <a:gd fmla="val 5400000" name="adj2"/>
                <a:gd fmla="val 3430" name="adj3"/>
              </a:avLst>
            </a:prstGeom>
            <a:no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4" name="Google Shape;304;p19"/>
            <p:cNvSpPr/>
            <p:nvPr/>
          </p:nvSpPr>
          <p:spPr>
            <a:xfrm>
              <a:off x="2160294" y="631678"/>
              <a:ext cx="3930473" cy="3930474"/>
            </a:xfrm>
            <a:prstGeom prst="blockArc">
              <a:avLst>
                <a:gd fmla="val 0" name="adj1"/>
                <a:gd fmla="val 2700000" name="adj2"/>
                <a:gd fmla="val 3430" name="adj3"/>
              </a:avLst>
            </a:prstGeom>
            <a:solidFill>
              <a:srgbClr val="F6323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5" name="Google Shape;305;p19"/>
            <p:cNvSpPr/>
            <p:nvPr/>
          </p:nvSpPr>
          <p:spPr>
            <a:xfrm>
              <a:off x="2160294" y="631678"/>
              <a:ext cx="3930473" cy="3930474"/>
            </a:xfrm>
            <a:prstGeom prst="blockArc">
              <a:avLst>
                <a:gd fmla="val 18900000" name="adj1"/>
                <a:gd fmla="val 0" name="adj2"/>
                <a:gd fmla="val 3430" name="adj3"/>
              </a:avLst>
            </a:prstGeom>
            <a:solidFill>
              <a:srgbClr val="CCCCCC"/>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6" name="Google Shape;306;p19"/>
            <p:cNvSpPr/>
            <p:nvPr/>
          </p:nvSpPr>
          <p:spPr>
            <a:xfrm>
              <a:off x="2160294" y="631678"/>
              <a:ext cx="3930473" cy="3930474"/>
            </a:xfrm>
            <a:prstGeom prst="blockArc">
              <a:avLst>
                <a:gd fmla="val 16200000" name="adj1"/>
                <a:gd fmla="val 18900000" name="adj2"/>
                <a:gd fmla="val 3430" name="adj3"/>
              </a:avLst>
            </a:prstGeom>
            <a:solidFill>
              <a:srgbClr val="F6323E"/>
            </a:solidFill>
            <a:ln>
              <a:noFill/>
            </a:ln>
          </p:spPr>
          <p:txBody>
            <a:bodyPr anchorCtr="0" anchor="ctr" bIns="91425" lIns="91425" spcFirstLastPara="1" rIns="91425" wrap="square" tIns="91425">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307" name="Google Shape;307;p19"/>
            <p:cNvSpPr/>
            <p:nvPr/>
          </p:nvSpPr>
          <p:spPr>
            <a:xfrm>
              <a:off x="3128723" y="1600108"/>
              <a:ext cx="1993614" cy="1993614"/>
            </a:xfrm>
            <a:custGeom>
              <a:rect b="b" l="l" r="r" t="t"/>
              <a:pathLst>
                <a:path extrusionOk="0" h="1993614" w="1993614">
                  <a:moveTo>
                    <a:pt x="0" y="996807"/>
                  </a:moveTo>
                  <a:cubicBezTo>
                    <a:pt x="0" y="446286"/>
                    <a:pt x="446286" y="0"/>
                    <a:pt x="996807" y="0"/>
                  </a:cubicBezTo>
                  <a:cubicBezTo>
                    <a:pt x="1547328" y="0"/>
                    <a:pt x="1993614" y="446286"/>
                    <a:pt x="1993614" y="996807"/>
                  </a:cubicBezTo>
                  <a:cubicBezTo>
                    <a:pt x="1993614" y="1547328"/>
                    <a:pt x="1547328" y="1993614"/>
                    <a:pt x="996807" y="1993614"/>
                  </a:cubicBezTo>
                  <a:cubicBezTo>
                    <a:pt x="446286" y="1993614"/>
                    <a:pt x="0" y="1547328"/>
                    <a:pt x="0" y="996807"/>
                  </a:cubicBezTo>
                  <a:close/>
                </a:path>
              </a:pathLst>
            </a:custGeom>
            <a:noFill/>
            <a:ln cap="flat" cmpd="sng" w="50800">
              <a:solidFill>
                <a:srgbClr val="4C4C4C"/>
              </a:solidFill>
              <a:prstDash val="solid"/>
              <a:miter lim="800000"/>
              <a:headEnd len="sm" w="sm" type="none"/>
              <a:tailEnd len="sm" w="sm" type="none"/>
            </a:ln>
            <a:effectLst>
              <a:outerShdw blurRad="50800" rotWithShape="0" algn="tr" dir="8100000" dist="38100">
                <a:srgbClr val="000000">
                  <a:alpha val="40000"/>
                </a:srgbClr>
              </a:outerShdw>
            </a:effectLst>
          </p:spPr>
          <p:txBody>
            <a:bodyPr anchorCtr="0" anchor="ctr" bIns="307175" lIns="307175" spcFirstLastPara="1" rIns="307175" wrap="square" tIns="307175">
              <a:noAutofit/>
            </a:bodyPr>
            <a:lstStyle/>
            <a:p>
              <a:pPr indent="0" lvl="0" marL="0" marR="0" rtl="0" algn="ctr">
                <a:lnSpc>
                  <a:spcPct val="90000"/>
                </a:lnSpc>
                <a:spcBef>
                  <a:spcPts val="0"/>
                </a:spcBef>
                <a:spcAft>
                  <a:spcPts val="0"/>
                </a:spcAft>
                <a:buClr>
                  <a:schemeClr val="dk1"/>
                </a:buClr>
                <a:buSzPts val="1200"/>
                <a:buFont typeface="Calibri"/>
                <a:buNone/>
              </a:pPr>
              <a:r>
                <a:t/>
              </a:r>
              <a:endParaRPr sz="1200">
                <a:solidFill>
                  <a:srgbClr val="4C4C4C"/>
                </a:solidFill>
                <a:latin typeface="Roboto"/>
                <a:ea typeface="Roboto"/>
                <a:cs typeface="Roboto"/>
                <a:sym typeface="Roboto"/>
              </a:endParaRPr>
            </a:p>
          </p:txBody>
        </p:sp>
        <p:sp>
          <p:nvSpPr>
            <p:cNvPr id="308" name="Google Shape;308;p19"/>
            <p:cNvSpPr/>
            <p:nvPr/>
          </p:nvSpPr>
          <p:spPr>
            <a:xfrm>
              <a:off x="3657379" y="19723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F6323E"/>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chemeClr val="dk1"/>
                </a:buClr>
                <a:buSzPts val="2100"/>
                <a:buFont typeface="Calibri"/>
                <a:buNone/>
              </a:pPr>
              <a:r>
                <a:t/>
              </a:r>
              <a:endParaRPr sz="2100">
                <a:solidFill>
                  <a:schemeClr val="lt1"/>
                </a:solidFill>
                <a:latin typeface="Calibri"/>
                <a:ea typeface="Calibri"/>
                <a:cs typeface="Calibri"/>
                <a:sym typeface="Calibri"/>
              </a:endParaRPr>
            </a:p>
          </p:txBody>
        </p:sp>
        <p:sp>
          <p:nvSpPr>
            <p:cNvPr id="309" name="Google Shape;309;p19"/>
            <p:cNvSpPr/>
            <p:nvPr/>
          </p:nvSpPr>
          <p:spPr>
            <a:xfrm>
              <a:off x="5023178" y="762966"/>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CCCCCC"/>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chemeClr val="dk1"/>
                </a:buClr>
                <a:buSzPts val="2100"/>
                <a:buFont typeface="Calibri"/>
                <a:buNone/>
              </a:pPr>
              <a:r>
                <a:t/>
              </a:r>
              <a:endParaRPr sz="2100">
                <a:solidFill>
                  <a:schemeClr val="lt1"/>
                </a:solidFill>
                <a:latin typeface="Calibri"/>
                <a:ea typeface="Calibri"/>
                <a:cs typeface="Calibri"/>
                <a:sym typeface="Calibri"/>
              </a:endParaRPr>
            </a:p>
          </p:txBody>
        </p:sp>
        <p:sp>
          <p:nvSpPr>
            <p:cNvPr id="310" name="Google Shape;310;p19"/>
            <p:cNvSpPr/>
            <p:nvPr/>
          </p:nvSpPr>
          <p:spPr>
            <a:xfrm>
              <a:off x="5588911" y="21287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F6323E"/>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chemeClr val="dk1"/>
                </a:buClr>
                <a:buSzPts val="2100"/>
                <a:buFont typeface="Calibri"/>
                <a:buNone/>
              </a:pPr>
              <a:r>
                <a:t/>
              </a:r>
              <a:endParaRPr sz="2100">
                <a:solidFill>
                  <a:schemeClr val="lt1"/>
                </a:solidFill>
                <a:latin typeface="Calibri"/>
                <a:ea typeface="Calibri"/>
                <a:cs typeface="Calibri"/>
                <a:sym typeface="Calibri"/>
              </a:endParaRPr>
            </a:p>
          </p:txBody>
        </p:sp>
        <p:sp>
          <p:nvSpPr>
            <p:cNvPr id="311" name="Google Shape;311;p19"/>
            <p:cNvSpPr/>
            <p:nvPr/>
          </p:nvSpPr>
          <p:spPr>
            <a:xfrm>
              <a:off x="5023177" y="3494562"/>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9D9D9D"/>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Clr>
                  <a:schemeClr val="dk1"/>
                </a:buClr>
                <a:buSzPts val="2100"/>
                <a:buFont typeface="Calibri"/>
                <a:buNone/>
              </a:pPr>
              <a:r>
                <a:t/>
              </a:r>
              <a:endParaRPr sz="2100">
                <a:solidFill>
                  <a:schemeClr val="lt1"/>
                </a:solidFill>
                <a:latin typeface="Calibri"/>
                <a:ea typeface="Calibri"/>
                <a:cs typeface="Calibri"/>
                <a:sym typeface="Calibri"/>
              </a:endParaRPr>
            </a:p>
          </p:txBody>
        </p:sp>
        <p:sp>
          <p:nvSpPr>
            <p:cNvPr id="312" name="Google Shape;312;p19"/>
            <p:cNvSpPr/>
            <p:nvPr/>
          </p:nvSpPr>
          <p:spPr>
            <a:xfrm>
              <a:off x="3657379" y="4060295"/>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F6323E"/>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chemeClr val="dk1"/>
                </a:buClr>
                <a:buSzPts val="4000"/>
                <a:buFont typeface="Calibri"/>
                <a:buNone/>
              </a:pPr>
              <a:r>
                <a:t/>
              </a:r>
              <a:endParaRPr sz="4000">
                <a:solidFill>
                  <a:schemeClr val="lt1"/>
                </a:solidFill>
                <a:latin typeface="Calibri"/>
                <a:ea typeface="Calibri"/>
                <a:cs typeface="Calibri"/>
                <a:sym typeface="Calibri"/>
              </a:endParaRPr>
            </a:p>
          </p:txBody>
        </p:sp>
        <p:sp>
          <p:nvSpPr>
            <p:cNvPr id="313" name="Google Shape;313;p19"/>
            <p:cNvSpPr/>
            <p:nvPr/>
          </p:nvSpPr>
          <p:spPr>
            <a:xfrm>
              <a:off x="2291582" y="34945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A8A8A8"/>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chemeClr val="dk1"/>
                </a:buClr>
                <a:buSzPts val="4000"/>
                <a:buFont typeface="Calibri"/>
                <a:buNone/>
              </a:pPr>
              <a:r>
                <a:t/>
              </a:r>
              <a:endParaRPr sz="4000">
                <a:solidFill>
                  <a:schemeClr val="lt1"/>
                </a:solidFill>
                <a:latin typeface="Calibri"/>
                <a:ea typeface="Calibri"/>
                <a:cs typeface="Calibri"/>
                <a:sym typeface="Calibri"/>
              </a:endParaRPr>
            </a:p>
          </p:txBody>
        </p:sp>
        <p:sp>
          <p:nvSpPr>
            <p:cNvPr id="314" name="Google Shape;314;p19"/>
            <p:cNvSpPr/>
            <p:nvPr/>
          </p:nvSpPr>
          <p:spPr>
            <a:xfrm>
              <a:off x="1725851" y="21287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chemeClr val="dk1"/>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chemeClr val="dk1"/>
                </a:buClr>
                <a:buSzPts val="4000"/>
                <a:buFont typeface="Calibri"/>
                <a:buNone/>
              </a:pPr>
              <a:r>
                <a:t/>
              </a:r>
              <a:endParaRPr sz="4000">
                <a:solidFill>
                  <a:schemeClr val="lt1"/>
                </a:solidFill>
                <a:latin typeface="Calibri"/>
                <a:ea typeface="Calibri"/>
                <a:cs typeface="Calibri"/>
                <a:sym typeface="Calibri"/>
              </a:endParaRPr>
            </a:p>
          </p:txBody>
        </p:sp>
        <p:sp>
          <p:nvSpPr>
            <p:cNvPr id="315" name="Google Shape;315;p19"/>
            <p:cNvSpPr/>
            <p:nvPr/>
          </p:nvSpPr>
          <p:spPr>
            <a:xfrm>
              <a:off x="2291581" y="762965"/>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989898"/>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Clr>
                  <a:schemeClr val="dk1"/>
                </a:buClr>
                <a:buSzPts val="4000"/>
                <a:buFont typeface="Calibri"/>
                <a:buNone/>
              </a:pPr>
              <a:r>
                <a:t/>
              </a:r>
              <a:endParaRPr sz="4000">
                <a:solidFill>
                  <a:schemeClr val="lt1"/>
                </a:solidFill>
                <a:latin typeface="Calibri"/>
                <a:ea typeface="Calibri"/>
                <a:cs typeface="Calibri"/>
                <a:sym typeface="Calibri"/>
              </a:endParaRPr>
            </a:p>
          </p:txBody>
        </p:sp>
      </p:grpSp>
      <p:pic>
        <p:nvPicPr>
          <p:cNvPr id="316" name="Google Shape;316;p19"/>
          <p:cNvPicPr preferRelativeResize="0"/>
          <p:nvPr/>
        </p:nvPicPr>
        <p:blipFill rotWithShape="1">
          <a:blip r:embed="rId2">
            <a:alphaModFix/>
          </a:blip>
          <a:srcRect b="0" l="0" r="0" t="0"/>
          <a:stretch/>
        </p:blipFill>
        <p:spPr>
          <a:xfrm>
            <a:off x="3906518" y="1572770"/>
            <a:ext cx="365816" cy="365816"/>
          </a:xfrm>
          <a:prstGeom prst="rect">
            <a:avLst/>
          </a:prstGeom>
          <a:noFill/>
          <a:ln>
            <a:noFill/>
          </a:ln>
        </p:spPr>
      </p:pic>
      <p:pic>
        <p:nvPicPr>
          <p:cNvPr id="317" name="Google Shape;317;p19"/>
          <p:cNvPicPr preferRelativeResize="0"/>
          <p:nvPr/>
        </p:nvPicPr>
        <p:blipFill rotWithShape="1">
          <a:blip r:embed="rId3">
            <a:alphaModFix/>
          </a:blip>
          <a:srcRect b="0" l="0" r="0" t="0"/>
          <a:stretch/>
        </p:blipFill>
        <p:spPr>
          <a:xfrm>
            <a:off x="4972122" y="3840710"/>
            <a:ext cx="365816" cy="365816"/>
          </a:xfrm>
          <a:prstGeom prst="rect">
            <a:avLst/>
          </a:prstGeom>
          <a:noFill/>
          <a:ln>
            <a:noFill/>
          </a:ln>
        </p:spPr>
      </p:pic>
      <p:pic>
        <p:nvPicPr>
          <p:cNvPr id="318" name="Google Shape;318;p19"/>
          <p:cNvPicPr preferRelativeResize="0"/>
          <p:nvPr/>
        </p:nvPicPr>
        <p:blipFill rotWithShape="1">
          <a:blip r:embed="rId4">
            <a:alphaModFix/>
          </a:blip>
          <a:srcRect b="0" l="0" r="0" t="0"/>
          <a:stretch/>
        </p:blipFill>
        <p:spPr>
          <a:xfrm>
            <a:off x="3285784" y="3229619"/>
            <a:ext cx="365816" cy="365816"/>
          </a:xfrm>
          <a:prstGeom prst="rect">
            <a:avLst/>
          </a:prstGeom>
          <a:noFill/>
          <a:ln>
            <a:noFill/>
          </a:ln>
        </p:spPr>
      </p:pic>
      <p:pic>
        <p:nvPicPr>
          <p:cNvPr id="319" name="Google Shape;319;p19"/>
          <p:cNvPicPr preferRelativeResize="0"/>
          <p:nvPr/>
        </p:nvPicPr>
        <p:blipFill rotWithShape="1">
          <a:blip r:embed="rId5">
            <a:alphaModFix/>
          </a:blip>
          <a:srcRect b="0" l="0" r="0" t="0"/>
          <a:stretch/>
        </p:blipFill>
        <p:spPr>
          <a:xfrm>
            <a:off x="3260129" y="2284117"/>
            <a:ext cx="365816" cy="365816"/>
          </a:xfrm>
          <a:prstGeom prst="rect">
            <a:avLst/>
          </a:prstGeom>
          <a:noFill/>
          <a:ln>
            <a:noFill/>
          </a:ln>
        </p:spPr>
      </p:pic>
      <p:pic>
        <p:nvPicPr>
          <p:cNvPr id="320" name="Google Shape;320;p19"/>
          <p:cNvPicPr preferRelativeResize="0"/>
          <p:nvPr/>
        </p:nvPicPr>
        <p:blipFill rotWithShape="1">
          <a:blip r:embed="rId6">
            <a:alphaModFix/>
          </a:blip>
          <a:srcRect b="0" l="0" r="0" t="0"/>
          <a:stretch/>
        </p:blipFill>
        <p:spPr>
          <a:xfrm>
            <a:off x="4871063" y="1518775"/>
            <a:ext cx="365816" cy="365816"/>
          </a:xfrm>
          <a:prstGeom prst="rect">
            <a:avLst/>
          </a:prstGeom>
          <a:noFill/>
          <a:ln>
            <a:noFill/>
          </a:ln>
        </p:spPr>
      </p:pic>
      <p:pic>
        <p:nvPicPr>
          <p:cNvPr id="321" name="Google Shape;321;p19"/>
          <p:cNvPicPr preferRelativeResize="0"/>
          <p:nvPr/>
        </p:nvPicPr>
        <p:blipFill rotWithShape="1">
          <a:blip r:embed="rId7">
            <a:alphaModFix/>
          </a:blip>
          <a:srcRect b="0" l="0" r="0" t="0"/>
          <a:stretch/>
        </p:blipFill>
        <p:spPr>
          <a:xfrm>
            <a:off x="5606880" y="2182634"/>
            <a:ext cx="365816" cy="365816"/>
          </a:xfrm>
          <a:prstGeom prst="rect">
            <a:avLst/>
          </a:prstGeom>
          <a:noFill/>
          <a:ln>
            <a:noFill/>
          </a:ln>
        </p:spPr>
      </p:pic>
      <p:pic>
        <p:nvPicPr>
          <p:cNvPr id="322" name="Google Shape;322;p19"/>
          <p:cNvPicPr preferRelativeResize="0"/>
          <p:nvPr/>
        </p:nvPicPr>
        <p:blipFill rotWithShape="1">
          <a:blip r:embed="rId8">
            <a:alphaModFix/>
          </a:blip>
          <a:srcRect b="0" l="0" r="0" t="0"/>
          <a:stretch/>
        </p:blipFill>
        <p:spPr>
          <a:xfrm>
            <a:off x="5641355" y="3145032"/>
            <a:ext cx="365816" cy="365816"/>
          </a:xfrm>
          <a:prstGeom prst="rect">
            <a:avLst/>
          </a:prstGeom>
          <a:noFill/>
          <a:ln>
            <a:noFill/>
          </a:ln>
        </p:spPr>
      </p:pic>
      <p:pic>
        <p:nvPicPr>
          <p:cNvPr id="323" name="Google Shape;323;p19"/>
          <p:cNvPicPr preferRelativeResize="0"/>
          <p:nvPr/>
        </p:nvPicPr>
        <p:blipFill rotWithShape="1">
          <a:blip r:embed="rId9">
            <a:alphaModFix/>
          </a:blip>
          <a:srcRect b="0" l="0" r="0" t="0"/>
          <a:stretch/>
        </p:blipFill>
        <p:spPr>
          <a:xfrm>
            <a:off x="4014639" y="3877794"/>
            <a:ext cx="365816" cy="365816"/>
          </a:xfrm>
          <a:prstGeom prst="rect">
            <a:avLst/>
          </a:prstGeom>
          <a:noFill/>
          <a:ln>
            <a:noFill/>
          </a:ln>
        </p:spPr>
      </p:pic>
      <p:sp>
        <p:nvSpPr>
          <p:cNvPr id="324" name="Google Shape;324;p19"/>
          <p:cNvSpPr txBox="1"/>
          <p:nvPr>
            <p:ph idx="28" type="body"/>
          </p:nvPr>
        </p:nvSpPr>
        <p:spPr>
          <a:xfrm>
            <a:off x="4052675" y="2723156"/>
            <a:ext cx="1182772" cy="386646"/>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100"/>
              <a:buFont typeface="Arial"/>
              <a:buNone/>
              <a:defRPr b="1" i="0" sz="11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25" name="Google Shape;325;p19"/>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326" name="Google Shape;326;p19"/>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27" name="Google Shape;327;p19"/>
          <p:cNvPicPr preferRelativeResize="0"/>
          <p:nvPr/>
        </p:nvPicPr>
        <p:blipFill rotWithShape="1">
          <a:blip r:embed="rId10">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9_Custom Layout">
  <p:cSld name="10_Custom Layout">
    <p:spTree>
      <p:nvGrpSpPr>
        <p:cNvPr id="328" name="Shape 328"/>
        <p:cNvGrpSpPr/>
        <p:nvPr/>
      </p:nvGrpSpPr>
      <p:grpSpPr>
        <a:xfrm>
          <a:off x="0" y="0"/>
          <a:ext cx="0" cy="0"/>
          <a:chOff x="0" y="0"/>
          <a:chExt cx="0" cy="0"/>
        </a:xfrm>
      </p:grpSpPr>
      <p:sp>
        <p:nvSpPr>
          <p:cNvPr id="329" name="Google Shape;329;p2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Clr>
                <a:srgbClr val="888888"/>
              </a:buClr>
              <a:buSzPts val="1400"/>
              <a:buFont typeface="Proxima Nova"/>
              <a:buNone/>
              <a:defRPr/>
            </a:lvl1pPr>
            <a:lvl2pPr lvl="1" algn="l">
              <a:spcBef>
                <a:spcPts val="0"/>
              </a:spcBef>
              <a:spcAft>
                <a:spcPts val="0"/>
              </a:spcAft>
              <a:buClr>
                <a:schemeClr val="dk1"/>
              </a:buClr>
              <a:buSzPts val="1400"/>
              <a:buFont typeface="Calibri"/>
              <a:buNone/>
              <a:defRPr/>
            </a:lvl2pPr>
            <a:lvl3pPr lvl="2" algn="l">
              <a:spcBef>
                <a:spcPts val="0"/>
              </a:spcBef>
              <a:spcAft>
                <a:spcPts val="0"/>
              </a:spcAft>
              <a:buClr>
                <a:schemeClr val="dk1"/>
              </a:buClr>
              <a:buSzPts val="1400"/>
              <a:buFont typeface="Calibri"/>
              <a:buNone/>
              <a:defRPr/>
            </a:lvl3pPr>
            <a:lvl4pPr lvl="3" algn="l">
              <a:spcBef>
                <a:spcPts val="0"/>
              </a:spcBef>
              <a:spcAft>
                <a:spcPts val="0"/>
              </a:spcAft>
              <a:buClr>
                <a:schemeClr val="dk1"/>
              </a:buClr>
              <a:buSzPts val="1400"/>
              <a:buFont typeface="Calibri"/>
              <a:buNone/>
              <a:defRPr/>
            </a:lvl4pPr>
            <a:lvl5pPr lvl="4" algn="l">
              <a:spcBef>
                <a:spcPts val="0"/>
              </a:spcBef>
              <a:spcAft>
                <a:spcPts val="0"/>
              </a:spcAft>
              <a:buClr>
                <a:schemeClr val="dk1"/>
              </a:buClr>
              <a:buSzPts val="1400"/>
              <a:buFont typeface="Calibri"/>
              <a:buNone/>
              <a:defRPr/>
            </a:lvl5pPr>
            <a:lvl6pPr lvl="5" algn="l">
              <a:spcBef>
                <a:spcPts val="0"/>
              </a:spcBef>
              <a:spcAft>
                <a:spcPts val="0"/>
              </a:spcAft>
              <a:buClr>
                <a:schemeClr val="dk1"/>
              </a:buClr>
              <a:buSzPts val="1400"/>
              <a:buFont typeface="Calibri"/>
              <a:buNone/>
              <a:defRPr/>
            </a:lvl6pPr>
            <a:lvl7pPr lvl="6" algn="l">
              <a:spcBef>
                <a:spcPts val="0"/>
              </a:spcBef>
              <a:spcAft>
                <a:spcPts val="0"/>
              </a:spcAft>
              <a:buClr>
                <a:schemeClr val="dk1"/>
              </a:buClr>
              <a:buSzPts val="1400"/>
              <a:buFont typeface="Calibri"/>
              <a:buNone/>
              <a:defRPr/>
            </a:lvl7pPr>
            <a:lvl8pPr lvl="7" algn="l">
              <a:spcBef>
                <a:spcPts val="0"/>
              </a:spcBef>
              <a:spcAft>
                <a:spcPts val="0"/>
              </a:spcAft>
              <a:buClr>
                <a:schemeClr val="dk1"/>
              </a:buClr>
              <a:buSzPts val="1400"/>
              <a:buFont typeface="Calibri"/>
              <a:buNone/>
              <a:defRPr/>
            </a:lvl8pPr>
            <a:lvl9pPr lvl="8" algn="l">
              <a:spcBef>
                <a:spcPts val="0"/>
              </a:spcBef>
              <a:spcAft>
                <a:spcPts val="0"/>
              </a:spcAft>
              <a:buClr>
                <a:schemeClr val="dk1"/>
              </a:buClr>
              <a:buSzPts val="1400"/>
              <a:buFont typeface="Calibri"/>
              <a:buNone/>
              <a:defRPr/>
            </a:lvl9pPr>
          </a:lstStyle>
          <a:p/>
        </p:txBody>
      </p:sp>
      <p:sp>
        <p:nvSpPr>
          <p:cNvPr id="330" name="Google Shape;330;p2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1pPr>
            <a:lvl2pPr indent="0" lvl="1"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2pPr>
            <a:lvl3pPr indent="0" lvl="2"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3pPr>
            <a:lvl4pPr indent="0" lvl="3"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4pPr>
            <a:lvl5pPr indent="0" lvl="4"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5pPr>
            <a:lvl6pPr indent="0" lvl="5"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6pPr>
            <a:lvl7pPr indent="0" lvl="6"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7pPr>
            <a:lvl8pPr indent="0" lvl="7"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8pPr>
            <a:lvl9pPr indent="0" lvl="8" marL="0" marR="0" algn="r">
              <a:spcBef>
                <a:spcPts val="0"/>
              </a:spcBef>
              <a:spcAft>
                <a:spcPts val="0"/>
              </a:spcAft>
              <a:buClr>
                <a:srgbClr val="888888"/>
              </a:buClr>
              <a:buSzPts val="900"/>
              <a:buFont typeface="Proxima Nova"/>
              <a:buNone/>
              <a:defRPr sz="900">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sp>
        <p:nvSpPr>
          <p:cNvPr id="331" name="Google Shape;331;p20"/>
          <p:cNvSpPr txBox="1"/>
          <p:nvPr>
            <p:ph idx="1" type="body"/>
          </p:nvPr>
        </p:nvSpPr>
        <p:spPr>
          <a:xfrm>
            <a:off x="630238" y="1455738"/>
            <a:ext cx="2933700" cy="3060700"/>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32" name="Google Shape;332;p20"/>
          <p:cNvSpPr/>
          <p:nvPr>
            <p:ph idx="2" type="chart"/>
          </p:nvPr>
        </p:nvSpPr>
        <p:spPr>
          <a:xfrm>
            <a:off x="3676650" y="1466850"/>
            <a:ext cx="4845050" cy="3048000"/>
          </a:xfrm>
          <a:prstGeom prst="rect">
            <a:avLst/>
          </a:prstGeom>
          <a:noFill/>
          <a:ln>
            <a:noFill/>
          </a:ln>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33" name="Google Shape;333;p20"/>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013"/>
              <a:buFont typeface="Calibri"/>
              <a:buNone/>
            </a:pPr>
            <a:r>
              <a:t/>
            </a:r>
            <a:endParaRPr sz="1013">
              <a:solidFill>
                <a:schemeClr val="lt1"/>
              </a:solidFill>
              <a:latin typeface="Calibri"/>
              <a:ea typeface="Calibri"/>
              <a:cs typeface="Calibri"/>
              <a:sym typeface="Calibri"/>
            </a:endParaRPr>
          </a:p>
        </p:txBody>
      </p:sp>
      <p:sp>
        <p:nvSpPr>
          <p:cNvPr id="334" name="Google Shape;334;p20"/>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35" name="Google Shape;335;p20"/>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pos="2245">
          <p15:clr>
            <a:srgbClr val="FBAE40"/>
          </p15:clr>
        </p15:guide>
        <p15:guide id="3" orient="horz" pos="917">
          <p15:clr>
            <a:srgbClr val="FBAE40"/>
          </p15:clr>
        </p15:guide>
        <p15:guide id="4" orient="horz" pos="2845">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1_Divider">
  <p:cSld name="1_Divider">
    <p:spTree>
      <p:nvGrpSpPr>
        <p:cNvPr id="336" name="Shape 336"/>
        <p:cNvGrpSpPr/>
        <p:nvPr/>
      </p:nvGrpSpPr>
      <p:grpSpPr>
        <a:xfrm>
          <a:off x="0" y="0"/>
          <a:ext cx="0" cy="0"/>
          <a:chOff x="0" y="0"/>
          <a:chExt cx="0" cy="0"/>
        </a:xfrm>
      </p:grpSpPr>
      <p:sp>
        <p:nvSpPr>
          <p:cNvPr id="337" name="Google Shape;337;p21"/>
          <p:cNvSpPr/>
          <p:nvPr>
            <p:ph idx="2" type="pic"/>
          </p:nvPr>
        </p:nvSpPr>
        <p:spPr>
          <a:xfrm>
            <a:off x="0" y="0"/>
            <a:ext cx="9144000" cy="5143500"/>
          </a:xfrm>
          <a:prstGeom prst="rect">
            <a:avLst/>
          </a:prstGeom>
          <a:noFill/>
          <a:ln>
            <a:noFill/>
          </a:ln>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38" name="Google Shape;338;p2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9" name="Google Shape;339;p2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340" name="Google Shape;340;p21"/>
          <p:cNvPicPr preferRelativeResize="0"/>
          <p:nvPr/>
        </p:nvPicPr>
        <p:blipFill rotWithShape="1">
          <a:blip r:embed="rId2">
            <a:alphaModFix/>
          </a:blip>
          <a:srcRect b="0" l="0" r="0" t="0"/>
          <a:stretch/>
        </p:blipFill>
        <p:spPr>
          <a:xfrm>
            <a:off x="628650" y="546100"/>
            <a:ext cx="3259769" cy="4033989"/>
          </a:xfrm>
          <a:prstGeom prst="rect">
            <a:avLst/>
          </a:prstGeom>
          <a:noFill/>
          <a:ln>
            <a:noFill/>
          </a:ln>
        </p:spPr>
      </p:pic>
      <p:sp>
        <p:nvSpPr>
          <p:cNvPr id="341" name="Google Shape;341;p21"/>
          <p:cNvSpPr txBox="1"/>
          <p:nvPr/>
        </p:nvSpPr>
        <p:spPr>
          <a:xfrm>
            <a:off x="971550" y="1260629"/>
            <a:ext cx="2552886" cy="15802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lang="en-IN" sz="1400">
                <a:solidFill>
                  <a:schemeClr val="lt1"/>
                </a:solidFill>
                <a:latin typeface="Proxima Nova"/>
                <a:ea typeface="Proxima Nova"/>
                <a:cs typeface="Proxima Nova"/>
                <a:sym typeface="Proxima Nova"/>
              </a:rPr>
              <a:t>Edit Master text styles</a:t>
            </a:r>
            <a:endParaRPr/>
          </a:p>
        </p:txBody>
      </p:sp>
      <p:pic>
        <p:nvPicPr>
          <p:cNvPr id="342" name="Google Shape;342;p21"/>
          <p:cNvPicPr preferRelativeResize="0"/>
          <p:nvPr/>
        </p:nvPicPr>
        <p:blipFill rotWithShape="1">
          <a:blip r:embed="rId2">
            <a:alphaModFix/>
          </a:blip>
          <a:srcRect b="0" l="0" r="0" t="0"/>
          <a:stretch/>
        </p:blipFill>
        <p:spPr>
          <a:xfrm>
            <a:off x="628650" y="546100"/>
            <a:ext cx="3259769" cy="4033989"/>
          </a:xfrm>
          <a:prstGeom prst="rect">
            <a:avLst/>
          </a:prstGeom>
          <a:noFill/>
          <a:ln>
            <a:noFill/>
          </a:ln>
        </p:spPr>
      </p:pic>
      <p:sp>
        <p:nvSpPr>
          <p:cNvPr id="343" name="Google Shape;343;p21"/>
          <p:cNvSpPr txBox="1"/>
          <p:nvPr/>
        </p:nvSpPr>
        <p:spPr>
          <a:xfrm>
            <a:off x="971550" y="1260629"/>
            <a:ext cx="2552886" cy="15802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lt1"/>
              </a:buClr>
              <a:buSzPts val="1400"/>
              <a:buFont typeface="Arial"/>
              <a:buNone/>
            </a:pPr>
            <a:r>
              <a:rPr lang="en-IN" sz="1400">
                <a:solidFill>
                  <a:schemeClr val="lt1"/>
                </a:solidFill>
                <a:latin typeface="Proxima Nova"/>
                <a:ea typeface="Proxima Nova"/>
                <a:cs typeface="Proxima Nova"/>
                <a:sym typeface="Proxima Nova"/>
              </a:rPr>
              <a:t>Edit Master text styles</a:t>
            </a:r>
            <a:endParaRPr/>
          </a:p>
        </p:txBody>
      </p:sp>
    </p:spTree>
  </p:cSld>
  <p:clrMapOvr>
    <a:masterClrMapping/>
  </p:clrMapOvr>
  <p:extLst>
    <p:ext uri="{DCECCB84-F9BA-43D5-87BE-67443E8EF086}">
      <p15:sldGuideLst>
        <p15:guide id="1" orient="horz" pos="2890">
          <p15:clr>
            <a:srgbClr val="FBAE40"/>
          </p15:clr>
        </p15:guide>
        <p15:guide id="2" pos="612">
          <p15:clr>
            <a:srgbClr val="FBAE40"/>
          </p15:clr>
        </p15:guide>
        <p15:guide id="3" pos="2222">
          <p15:clr>
            <a:srgbClr val="FBAE40"/>
          </p15:clr>
        </p15:guide>
        <p15:guide id="4" orient="horz" pos="162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3 picture with caption" showMasterSp="0">
  <p:cSld name="Title and 3 picture with caption">
    <p:spTree>
      <p:nvGrpSpPr>
        <p:cNvPr id="344" name="Shape 344"/>
        <p:cNvGrpSpPr/>
        <p:nvPr/>
      </p:nvGrpSpPr>
      <p:grpSpPr>
        <a:xfrm>
          <a:off x="0" y="0"/>
          <a:ext cx="0" cy="0"/>
          <a:chOff x="0" y="0"/>
          <a:chExt cx="0" cy="0"/>
        </a:xfrm>
      </p:grpSpPr>
      <p:sp>
        <p:nvSpPr>
          <p:cNvPr id="345" name="Google Shape;345;p22"/>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346" name="Google Shape;346;p22"/>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347" name="Google Shape;347;p22"/>
          <p:cNvSpPr txBox="1"/>
          <p:nvPr>
            <p:ph type="title"/>
          </p:nvPr>
        </p:nvSpPr>
        <p:spPr>
          <a:xfrm>
            <a:off x="629841" y="600075"/>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8" name="Google Shape;348;p22"/>
          <p:cNvSpPr/>
          <p:nvPr>
            <p:ph idx="2" type="pic"/>
          </p:nvPr>
        </p:nvSpPr>
        <p:spPr>
          <a:xfrm>
            <a:off x="1445363" y="1382268"/>
            <a:ext cx="1668121" cy="1946672"/>
          </a:xfrm>
          <a:prstGeom prst="rect">
            <a:avLst/>
          </a:prstGeom>
          <a:noFill/>
          <a:ln>
            <a:noFill/>
          </a:ln>
          <a:effectLst>
            <a:outerShdw blurRad="50800" rotWithShape="0" algn="r" dir="10800000" dist="38100">
              <a:srgbClr val="000000">
                <a:alpha val="40000"/>
              </a:srgbClr>
            </a:outerShdw>
          </a:effectLst>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49" name="Google Shape;349;p22"/>
          <p:cNvSpPr/>
          <p:nvPr>
            <p:ph idx="3" type="pic"/>
          </p:nvPr>
        </p:nvSpPr>
        <p:spPr>
          <a:xfrm>
            <a:off x="3744984" y="1382268"/>
            <a:ext cx="1654032" cy="1946672"/>
          </a:xfrm>
          <a:prstGeom prst="rect">
            <a:avLst/>
          </a:prstGeom>
          <a:noFill/>
          <a:ln>
            <a:noFill/>
          </a:ln>
          <a:effectLst>
            <a:outerShdw blurRad="50800" rotWithShape="0" algn="r" dir="10800000" dist="38100">
              <a:srgbClr val="000000">
                <a:alpha val="40000"/>
              </a:srgbClr>
            </a:outerShdw>
          </a:effectLst>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0" name="Google Shape;350;p22"/>
          <p:cNvSpPr/>
          <p:nvPr>
            <p:ph idx="4" type="pic"/>
          </p:nvPr>
        </p:nvSpPr>
        <p:spPr>
          <a:xfrm>
            <a:off x="6055443" y="1382268"/>
            <a:ext cx="1654032" cy="1946672"/>
          </a:xfrm>
          <a:prstGeom prst="rect">
            <a:avLst/>
          </a:prstGeom>
          <a:noFill/>
          <a:ln>
            <a:noFill/>
          </a:ln>
          <a:effectLst>
            <a:outerShdw blurRad="50800" rotWithShape="0" algn="r" dir="10800000" dist="38100">
              <a:srgbClr val="000000">
                <a:alpha val="40000"/>
              </a:srgbClr>
            </a:outerShdw>
          </a:effectLst>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1" name="Google Shape;351;p22"/>
          <p:cNvSpPr txBox="1"/>
          <p:nvPr>
            <p:ph idx="1" type="body"/>
          </p:nvPr>
        </p:nvSpPr>
        <p:spPr>
          <a:xfrm>
            <a:off x="1439466" y="3519224"/>
            <a:ext cx="1674019" cy="276489"/>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FF0000"/>
              </a:buClr>
              <a:buSzPts val="1215"/>
              <a:buFont typeface="Arial"/>
              <a:buNone/>
              <a:defRPr b="1" i="0" sz="1215" u="none" cap="none" strike="noStrike">
                <a:solidFill>
                  <a:srgbClr val="FF0000"/>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2" name="Google Shape;352;p22"/>
          <p:cNvSpPr txBox="1"/>
          <p:nvPr>
            <p:ph idx="5" type="body"/>
          </p:nvPr>
        </p:nvSpPr>
        <p:spPr>
          <a:xfrm>
            <a:off x="3744985" y="3519224"/>
            <a:ext cx="1654032" cy="276489"/>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FF0000"/>
              </a:buClr>
              <a:buSzPts val="1215"/>
              <a:buFont typeface="Arial"/>
              <a:buNone/>
              <a:defRPr b="1" i="0" sz="1215" u="none" cap="none" strike="noStrike">
                <a:solidFill>
                  <a:srgbClr val="FF0000"/>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3" name="Google Shape;353;p22"/>
          <p:cNvSpPr txBox="1"/>
          <p:nvPr>
            <p:ph idx="6" type="body"/>
          </p:nvPr>
        </p:nvSpPr>
        <p:spPr>
          <a:xfrm>
            <a:off x="6050503" y="3519223"/>
            <a:ext cx="1654032" cy="283960"/>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FF0000"/>
              </a:buClr>
              <a:buSzPts val="1215"/>
              <a:buFont typeface="Arial"/>
              <a:buNone/>
              <a:defRPr b="1" i="0" sz="1215" u="none" cap="none" strike="noStrike">
                <a:solidFill>
                  <a:srgbClr val="FF0000"/>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4" name="Google Shape;354;p22"/>
          <p:cNvSpPr txBox="1"/>
          <p:nvPr>
            <p:ph idx="7" type="body"/>
          </p:nvPr>
        </p:nvSpPr>
        <p:spPr>
          <a:xfrm>
            <a:off x="1439863" y="3862520"/>
            <a:ext cx="1674019" cy="671286"/>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940"/>
              <a:buFont typeface="Arial"/>
              <a:buNone/>
              <a:defRPr b="0" i="0" sz="939"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5" name="Google Shape;355;p22"/>
          <p:cNvSpPr txBox="1"/>
          <p:nvPr>
            <p:ph idx="8" type="body"/>
          </p:nvPr>
        </p:nvSpPr>
        <p:spPr>
          <a:xfrm>
            <a:off x="3735388" y="3862520"/>
            <a:ext cx="1674019" cy="671286"/>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940"/>
              <a:buFont typeface="Arial"/>
              <a:buNone/>
              <a:defRPr b="0" i="0" sz="939"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6" name="Google Shape;356;p22"/>
          <p:cNvSpPr txBox="1"/>
          <p:nvPr>
            <p:ph idx="9" type="body"/>
          </p:nvPr>
        </p:nvSpPr>
        <p:spPr>
          <a:xfrm>
            <a:off x="6050502" y="3862520"/>
            <a:ext cx="1658973" cy="671286"/>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940"/>
              <a:buFont typeface="Arial"/>
              <a:buNone/>
              <a:defRPr b="0" i="0" sz="939"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57" name="Google Shape;357;p2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8" name="Google Shape;358;p2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359" name="Google Shape;359;p22"/>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2210">
          <p15:clr>
            <a:srgbClr val="FBAE40"/>
          </p15:clr>
        </p15:guide>
        <p15:guide id="2" orient="horz" pos="2391">
          <p15:clr>
            <a:srgbClr val="FBAE40"/>
          </p15:clr>
        </p15:guide>
        <p15:guide id="3" orient="horz" pos="2096">
          <p15:clr>
            <a:srgbClr val="FBAE40"/>
          </p15:clr>
        </p15:guide>
        <p15:guide id="4" orient="horz" pos="378">
          <p15:clr>
            <a:srgbClr val="FBAE40"/>
          </p15:clr>
        </p15:guide>
        <p15:guide id="5" pos="907">
          <p15:clr>
            <a:srgbClr val="FBAE40"/>
          </p15:clr>
        </p15:guide>
        <p15:guide id="6" orient="horz" pos="872">
          <p15:clr>
            <a:srgbClr val="FBAE40"/>
          </p15:clr>
        </p15:guide>
        <p15:guide id="7" pos="1961">
          <p15:clr>
            <a:srgbClr val="FBAE40"/>
          </p15:clr>
        </p15:guide>
        <p15:guide id="8" pos="2353">
          <p15:clr>
            <a:srgbClr val="FBAE40"/>
          </p15:clr>
        </p15:guide>
        <p15:guide id="9" pos="3407">
          <p15:clr>
            <a:srgbClr val="FBAE40"/>
          </p15:clr>
        </p15:guide>
        <p15:guide id="10" pos="3810">
          <p15:clr>
            <a:srgbClr val="FBAE40"/>
          </p15:clr>
        </p15:guide>
        <p15:guide id="11" pos="4853">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2 pictures" showMasterSp="0">
  <p:cSld name="Title and 2 pictures">
    <p:spTree>
      <p:nvGrpSpPr>
        <p:cNvPr id="360" name="Shape 360"/>
        <p:cNvGrpSpPr/>
        <p:nvPr/>
      </p:nvGrpSpPr>
      <p:grpSpPr>
        <a:xfrm>
          <a:off x="0" y="0"/>
          <a:ext cx="0" cy="0"/>
          <a:chOff x="0" y="0"/>
          <a:chExt cx="0" cy="0"/>
        </a:xfrm>
      </p:grpSpPr>
      <p:sp>
        <p:nvSpPr>
          <p:cNvPr id="361" name="Google Shape;361;p23"/>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362" name="Google Shape;362;p23"/>
          <p:cNvSpPr txBox="1"/>
          <p:nvPr>
            <p:ph type="title"/>
          </p:nvPr>
        </p:nvSpPr>
        <p:spPr>
          <a:xfrm>
            <a:off x="642473" y="546498"/>
            <a:ext cx="5902706" cy="567927"/>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3600"/>
              <a:buFont typeface="Arial"/>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3" name="Google Shape;363;p23"/>
          <p:cNvSpPr/>
          <p:nvPr/>
        </p:nvSpPr>
        <p:spPr>
          <a:xfrm>
            <a:off x="4599929" y="1870236"/>
            <a:ext cx="3921771" cy="2322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364" name="Google Shape;364;p23"/>
          <p:cNvSpPr/>
          <p:nvPr>
            <p:ph idx="2" type="pic"/>
          </p:nvPr>
        </p:nvSpPr>
        <p:spPr>
          <a:xfrm>
            <a:off x="4599929" y="1868092"/>
            <a:ext cx="3921771" cy="2325290"/>
          </a:xfrm>
          <a:prstGeom prst="rect">
            <a:avLst/>
          </a:prstGeom>
          <a:noFill/>
          <a:ln>
            <a:noFill/>
          </a:ln>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65" name="Google Shape;365;p23"/>
          <p:cNvSpPr/>
          <p:nvPr>
            <p:ph idx="3" type="pic"/>
          </p:nvPr>
        </p:nvSpPr>
        <p:spPr>
          <a:xfrm>
            <a:off x="621848" y="1868091"/>
            <a:ext cx="2592000" cy="783000"/>
          </a:xfrm>
          <a:prstGeom prst="rect">
            <a:avLst/>
          </a:prstGeom>
          <a:noFill/>
          <a:ln>
            <a:noFill/>
          </a:ln>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66" name="Google Shape;366;p23"/>
          <p:cNvSpPr txBox="1"/>
          <p:nvPr>
            <p:ph idx="1" type="body"/>
          </p:nvPr>
        </p:nvSpPr>
        <p:spPr>
          <a:xfrm>
            <a:off x="629841" y="3145632"/>
            <a:ext cx="3343275" cy="283960"/>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215"/>
              <a:buFont typeface="Arial"/>
              <a:buNone/>
              <a:defRPr b="1" i="0" sz="1215"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67" name="Google Shape;367;p23"/>
          <p:cNvSpPr txBox="1"/>
          <p:nvPr>
            <p:ph idx="4" type="body"/>
          </p:nvPr>
        </p:nvSpPr>
        <p:spPr>
          <a:xfrm>
            <a:off x="635000" y="3515616"/>
            <a:ext cx="3343275" cy="283960"/>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310"/>
              <a:buFont typeface="Arial"/>
              <a:buNone/>
              <a:defRPr b="0" i="0" sz="131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68" name="Google Shape;368;p23"/>
          <p:cNvSpPr txBox="1"/>
          <p:nvPr>
            <p:ph idx="10" type="dt"/>
          </p:nvPr>
        </p:nvSpPr>
        <p:spPr>
          <a:xfrm>
            <a:off x="642473"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9" name="Google Shape;369;p23"/>
          <p:cNvSpPr txBox="1"/>
          <p:nvPr>
            <p:ph idx="12" type="sldNum"/>
          </p:nvPr>
        </p:nvSpPr>
        <p:spPr>
          <a:xfrm>
            <a:off x="6466042"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370" name="Google Shape;370;p23"/>
          <p:cNvPicPr preferRelativeResize="0"/>
          <p:nvPr/>
        </p:nvPicPr>
        <p:blipFill rotWithShape="1">
          <a:blip r:embed="rId2">
            <a:alphaModFix/>
          </a:blip>
          <a:srcRect b="0" l="0" r="0" t="0"/>
          <a:stretch/>
        </p:blipFill>
        <p:spPr>
          <a:xfrm>
            <a:off x="7611920" y="303610"/>
            <a:ext cx="909780" cy="242888"/>
          </a:xfrm>
          <a:prstGeom prst="rect">
            <a:avLst/>
          </a:prstGeom>
          <a:noFill/>
          <a:ln>
            <a:noFill/>
          </a:ln>
        </p:spPr>
      </p:pic>
      <p:sp>
        <p:nvSpPr>
          <p:cNvPr id="371" name="Google Shape;371;p23"/>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372" name="Google Shape;372;p23"/>
          <p:cNvSpPr/>
          <p:nvPr/>
        </p:nvSpPr>
        <p:spPr>
          <a:xfrm>
            <a:off x="4599929" y="1870236"/>
            <a:ext cx="3969000" cy="2322000"/>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pic>
        <p:nvPicPr>
          <p:cNvPr id="373" name="Google Shape;373;p23"/>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78">
          <p15:clr>
            <a:srgbClr val="FBAE40"/>
          </p15:clr>
        </p15:guide>
        <p15:guide id="2" orient="horz" pos="1178">
          <p15:clr>
            <a:srgbClr val="FBAE40"/>
          </p15:clr>
        </p15:guide>
        <p15:guide id="3" orient="horz" pos="1671">
          <p15:clr>
            <a:srgbClr val="FBAE40"/>
          </p15:clr>
        </p15:guide>
        <p15:guide id="4" orient="horz" pos="1977">
          <p15:clr>
            <a:srgbClr val="FBAE40"/>
          </p15:clr>
        </p15:guide>
        <p15:guide id="5" orient="horz" pos="2930">
          <p15:clr>
            <a:srgbClr val="FBAE40"/>
          </p15:clr>
        </p15:guide>
        <p15:guide id="6" orient="horz" pos="2641">
          <p15:clr>
            <a:srgbClr val="FBAE40"/>
          </p15:clr>
        </p15:guide>
        <p15:guide id="7" pos="289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Icons and Content">
  <p:cSld name="Title, Icons and Content">
    <p:spTree>
      <p:nvGrpSpPr>
        <p:cNvPr id="374" name="Shape 374"/>
        <p:cNvGrpSpPr/>
        <p:nvPr/>
      </p:nvGrpSpPr>
      <p:grpSpPr>
        <a:xfrm>
          <a:off x="0" y="0"/>
          <a:ext cx="0" cy="0"/>
          <a:chOff x="0" y="0"/>
          <a:chExt cx="0" cy="0"/>
        </a:xfrm>
      </p:grpSpPr>
      <p:pic>
        <p:nvPicPr>
          <p:cNvPr id="375" name="Google Shape;375;p24"/>
          <p:cNvPicPr preferRelativeResize="0"/>
          <p:nvPr/>
        </p:nvPicPr>
        <p:blipFill rotWithShape="1">
          <a:blip r:embed="rId2">
            <a:alphaModFix/>
          </a:blip>
          <a:srcRect b="0" l="0" r="0" t="0"/>
          <a:stretch/>
        </p:blipFill>
        <p:spPr>
          <a:xfrm>
            <a:off x="417869" y="988850"/>
            <a:ext cx="402337" cy="402337"/>
          </a:xfrm>
          <a:prstGeom prst="rect">
            <a:avLst/>
          </a:prstGeom>
          <a:noFill/>
          <a:ln>
            <a:noFill/>
          </a:ln>
        </p:spPr>
      </p:pic>
      <p:pic>
        <p:nvPicPr>
          <p:cNvPr id="376" name="Google Shape;376;p24"/>
          <p:cNvPicPr preferRelativeResize="0"/>
          <p:nvPr/>
        </p:nvPicPr>
        <p:blipFill rotWithShape="1">
          <a:blip r:embed="rId3">
            <a:alphaModFix/>
          </a:blip>
          <a:srcRect b="0" l="0" r="0" t="0"/>
          <a:stretch/>
        </p:blipFill>
        <p:spPr>
          <a:xfrm>
            <a:off x="417869" y="1469040"/>
            <a:ext cx="402337" cy="402337"/>
          </a:xfrm>
          <a:prstGeom prst="rect">
            <a:avLst/>
          </a:prstGeom>
          <a:noFill/>
          <a:ln>
            <a:noFill/>
          </a:ln>
        </p:spPr>
      </p:pic>
      <p:pic>
        <p:nvPicPr>
          <p:cNvPr id="377" name="Google Shape;377;p24"/>
          <p:cNvPicPr preferRelativeResize="0"/>
          <p:nvPr/>
        </p:nvPicPr>
        <p:blipFill rotWithShape="1">
          <a:blip r:embed="rId4">
            <a:alphaModFix/>
          </a:blip>
          <a:srcRect b="0" l="0" r="0" t="0"/>
          <a:stretch/>
        </p:blipFill>
        <p:spPr>
          <a:xfrm>
            <a:off x="417869" y="1948824"/>
            <a:ext cx="402337" cy="400051"/>
          </a:xfrm>
          <a:prstGeom prst="rect">
            <a:avLst/>
          </a:prstGeom>
          <a:noFill/>
          <a:ln>
            <a:noFill/>
          </a:ln>
        </p:spPr>
      </p:pic>
      <p:pic>
        <p:nvPicPr>
          <p:cNvPr id="378" name="Google Shape;378;p24"/>
          <p:cNvPicPr preferRelativeResize="0"/>
          <p:nvPr/>
        </p:nvPicPr>
        <p:blipFill rotWithShape="1">
          <a:blip r:embed="rId5">
            <a:alphaModFix/>
          </a:blip>
          <a:srcRect b="0" l="0" r="0" t="0"/>
          <a:stretch/>
        </p:blipFill>
        <p:spPr>
          <a:xfrm>
            <a:off x="417869" y="2427167"/>
            <a:ext cx="402337" cy="402337"/>
          </a:xfrm>
          <a:prstGeom prst="rect">
            <a:avLst/>
          </a:prstGeom>
          <a:noFill/>
          <a:ln>
            <a:noFill/>
          </a:ln>
        </p:spPr>
      </p:pic>
      <p:pic>
        <p:nvPicPr>
          <p:cNvPr id="379" name="Google Shape;379;p24"/>
          <p:cNvPicPr preferRelativeResize="0"/>
          <p:nvPr/>
        </p:nvPicPr>
        <p:blipFill rotWithShape="1">
          <a:blip r:embed="rId6">
            <a:alphaModFix/>
          </a:blip>
          <a:srcRect b="0" l="0" r="0" t="0"/>
          <a:stretch/>
        </p:blipFill>
        <p:spPr>
          <a:xfrm>
            <a:off x="417868" y="2907797"/>
            <a:ext cx="402337" cy="402337"/>
          </a:xfrm>
          <a:prstGeom prst="rect">
            <a:avLst/>
          </a:prstGeom>
          <a:noFill/>
          <a:ln>
            <a:noFill/>
          </a:ln>
        </p:spPr>
      </p:pic>
      <p:sp>
        <p:nvSpPr>
          <p:cNvPr id="380" name="Google Shape;380;p24"/>
          <p:cNvSpPr txBox="1"/>
          <p:nvPr>
            <p:ph idx="1" type="body"/>
          </p:nvPr>
        </p:nvSpPr>
        <p:spPr>
          <a:xfrm>
            <a:off x="878243" y="1572506"/>
            <a:ext cx="2471738" cy="20375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1" name="Google Shape;381;p24"/>
          <p:cNvSpPr txBox="1"/>
          <p:nvPr>
            <p:ph idx="2" type="body"/>
          </p:nvPr>
        </p:nvSpPr>
        <p:spPr>
          <a:xfrm>
            <a:off x="878243" y="1088140"/>
            <a:ext cx="2471738" cy="20375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2" name="Google Shape;382;p24"/>
          <p:cNvSpPr txBox="1"/>
          <p:nvPr>
            <p:ph idx="3" type="body"/>
          </p:nvPr>
        </p:nvSpPr>
        <p:spPr>
          <a:xfrm>
            <a:off x="878243" y="2046971"/>
            <a:ext cx="2471738" cy="20375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3" name="Google Shape;383;p24"/>
          <p:cNvSpPr txBox="1"/>
          <p:nvPr>
            <p:ph idx="4" type="body"/>
          </p:nvPr>
        </p:nvSpPr>
        <p:spPr>
          <a:xfrm>
            <a:off x="878243" y="2528954"/>
            <a:ext cx="2471738" cy="20375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4" name="Google Shape;384;p24"/>
          <p:cNvSpPr txBox="1"/>
          <p:nvPr>
            <p:ph idx="5" type="body"/>
          </p:nvPr>
        </p:nvSpPr>
        <p:spPr>
          <a:xfrm>
            <a:off x="878243" y="3005394"/>
            <a:ext cx="2471738" cy="20375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5" name="Google Shape;385;p24"/>
          <p:cNvSpPr txBox="1"/>
          <p:nvPr>
            <p:ph idx="6" type="body"/>
          </p:nvPr>
        </p:nvSpPr>
        <p:spPr>
          <a:xfrm>
            <a:off x="4359486" y="1572507"/>
            <a:ext cx="2413617" cy="231984"/>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6" name="Google Shape;386;p24"/>
          <p:cNvSpPr txBox="1"/>
          <p:nvPr>
            <p:ph idx="7" type="body"/>
          </p:nvPr>
        </p:nvSpPr>
        <p:spPr>
          <a:xfrm>
            <a:off x="4359486" y="1088140"/>
            <a:ext cx="2413617" cy="24188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7" name="Google Shape;387;p24"/>
          <p:cNvSpPr txBox="1"/>
          <p:nvPr>
            <p:ph idx="8" type="body"/>
          </p:nvPr>
        </p:nvSpPr>
        <p:spPr>
          <a:xfrm>
            <a:off x="4359486" y="2046971"/>
            <a:ext cx="2413617" cy="20375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8" name="Google Shape;388;p24"/>
          <p:cNvSpPr txBox="1"/>
          <p:nvPr>
            <p:ph idx="9" type="body"/>
          </p:nvPr>
        </p:nvSpPr>
        <p:spPr>
          <a:xfrm>
            <a:off x="4359486" y="2528954"/>
            <a:ext cx="2413617" cy="20375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89" name="Google Shape;389;p24"/>
          <p:cNvSpPr txBox="1"/>
          <p:nvPr>
            <p:ph idx="13" type="body"/>
          </p:nvPr>
        </p:nvSpPr>
        <p:spPr>
          <a:xfrm>
            <a:off x="4359486" y="3005394"/>
            <a:ext cx="2413617" cy="20375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390" name="Google Shape;390;p24"/>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1" name="Google Shape;391;p24"/>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392" name="Google Shape;392;p24"/>
          <p:cNvPicPr preferRelativeResize="0"/>
          <p:nvPr/>
        </p:nvPicPr>
        <p:blipFill rotWithShape="1">
          <a:blip r:embed="rId2">
            <a:alphaModFix/>
          </a:blip>
          <a:srcRect b="0" l="0" r="0" t="0"/>
          <a:stretch/>
        </p:blipFill>
        <p:spPr>
          <a:xfrm>
            <a:off x="420427" y="997235"/>
            <a:ext cx="402337" cy="402337"/>
          </a:xfrm>
          <a:prstGeom prst="rect">
            <a:avLst/>
          </a:prstGeom>
          <a:noFill/>
          <a:ln>
            <a:noFill/>
          </a:ln>
        </p:spPr>
      </p:pic>
      <p:pic>
        <p:nvPicPr>
          <p:cNvPr id="393" name="Google Shape;393;p24"/>
          <p:cNvPicPr preferRelativeResize="0"/>
          <p:nvPr/>
        </p:nvPicPr>
        <p:blipFill rotWithShape="1">
          <a:blip r:embed="rId3">
            <a:alphaModFix/>
          </a:blip>
          <a:srcRect b="0" l="0" r="0" t="0"/>
          <a:stretch/>
        </p:blipFill>
        <p:spPr>
          <a:xfrm>
            <a:off x="420427" y="1477425"/>
            <a:ext cx="402337" cy="402337"/>
          </a:xfrm>
          <a:prstGeom prst="rect">
            <a:avLst/>
          </a:prstGeom>
          <a:noFill/>
          <a:ln>
            <a:noFill/>
          </a:ln>
        </p:spPr>
      </p:pic>
      <p:pic>
        <p:nvPicPr>
          <p:cNvPr id="394" name="Google Shape;394;p24"/>
          <p:cNvPicPr preferRelativeResize="0"/>
          <p:nvPr/>
        </p:nvPicPr>
        <p:blipFill rotWithShape="1">
          <a:blip r:embed="rId4">
            <a:alphaModFix/>
          </a:blip>
          <a:srcRect b="0" l="0" r="0" t="0"/>
          <a:stretch/>
        </p:blipFill>
        <p:spPr>
          <a:xfrm>
            <a:off x="420427" y="1957209"/>
            <a:ext cx="402337" cy="400051"/>
          </a:xfrm>
          <a:prstGeom prst="rect">
            <a:avLst/>
          </a:prstGeom>
          <a:noFill/>
          <a:ln>
            <a:noFill/>
          </a:ln>
        </p:spPr>
      </p:pic>
      <p:pic>
        <p:nvPicPr>
          <p:cNvPr id="395" name="Google Shape;395;p24"/>
          <p:cNvPicPr preferRelativeResize="0"/>
          <p:nvPr/>
        </p:nvPicPr>
        <p:blipFill rotWithShape="1">
          <a:blip r:embed="rId5">
            <a:alphaModFix/>
          </a:blip>
          <a:srcRect b="0" l="0" r="0" t="0"/>
          <a:stretch/>
        </p:blipFill>
        <p:spPr>
          <a:xfrm>
            <a:off x="420427" y="2435552"/>
            <a:ext cx="402337" cy="402337"/>
          </a:xfrm>
          <a:prstGeom prst="rect">
            <a:avLst/>
          </a:prstGeom>
          <a:noFill/>
          <a:ln>
            <a:noFill/>
          </a:ln>
        </p:spPr>
      </p:pic>
      <p:pic>
        <p:nvPicPr>
          <p:cNvPr id="396" name="Google Shape;396;p24"/>
          <p:cNvPicPr preferRelativeResize="0"/>
          <p:nvPr/>
        </p:nvPicPr>
        <p:blipFill rotWithShape="1">
          <a:blip r:embed="rId6">
            <a:alphaModFix/>
          </a:blip>
          <a:srcRect b="0" l="0" r="0" t="0"/>
          <a:stretch/>
        </p:blipFill>
        <p:spPr>
          <a:xfrm>
            <a:off x="420426" y="2916182"/>
            <a:ext cx="402337" cy="402337"/>
          </a:xfrm>
          <a:prstGeom prst="rect">
            <a:avLst/>
          </a:prstGeom>
          <a:noFill/>
          <a:ln>
            <a:noFill/>
          </a:ln>
        </p:spPr>
      </p:pic>
      <p:pic>
        <p:nvPicPr>
          <p:cNvPr id="397" name="Google Shape;397;p24"/>
          <p:cNvPicPr preferRelativeResize="0"/>
          <p:nvPr/>
        </p:nvPicPr>
        <p:blipFill rotWithShape="1">
          <a:blip r:embed="rId7">
            <a:alphaModFix/>
          </a:blip>
          <a:srcRect b="0" l="0" r="0" t="0"/>
          <a:stretch/>
        </p:blipFill>
        <p:spPr>
          <a:xfrm>
            <a:off x="3874155" y="997235"/>
            <a:ext cx="402337" cy="402337"/>
          </a:xfrm>
          <a:prstGeom prst="rect">
            <a:avLst/>
          </a:prstGeom>
          <a:noFill/>
          <a:ln>
            <a:noFill/>
          </a:ln>
        </p:spPr>
      </p:pic>
      <p:pic>
        <p:nvPicPr>
          <p:cNvPr id="398" name="Google Shape;398;p24"/>
          <p:cNvPicPr preferRelativeResize="0"/>
          <p:nvPr/>
        </p:nvPicPr>
        <p:blipFill rotWithShape="1">
          <a:blip r:embed="rId8">
            <a:alphaModFix/>
          </a:blip>
          <a:srcRect b="0" l="0" r="0" t="0"/>
          <a:stretch/>
        </p:blipFill>
        <p:spPr>
          <a:xfrm>
            <a:off x="3874154" y="1477425"/>
            <a:ext cx="402337" cy="402337"/>
          </a:xfrm>
          <a:prstGeom prst="rect">
            <a:avLst/>
          </a:prstGeom>
          <a:noFill/>
          <a:ln>
            <a:noFill/>
          </a:ln>
        </p:spPr>
      </p:pic>
      <p:pic>
        <p:nvPicPr>
          <p:cNvPr id="399" name="Google Shape;399;p24"/>
          <p:cNvPicPr preferRelativeResize="0"/>
          <p:nvPr/>
        </p:nvPicPr>
        <p:blipFill rotWithShape="1">
          <a:blip r:embed="rId9">
            <a:alphaModFix/>
          </a:blip>
          <a:srcRect b="0" l="0" r="0" t="0"/>
          <a:stretch/>
        </p:blipFill>
        <p:spPr>
          <a:xfrm>
            <a:off x="3874153" y="1957209"/>
            <a:ext cx="402337" cy="400051"/>
          </a:xfrm>
          <a:prstGeom prst="rect">
            <a:avLst/>
          </a:prstGeom>
          <a:noFill/>
          <a:ln>
            <a:noFill/>
          </a:ln>
        </p:spPr>
      </p:pic>
      <p:pic>
        <p:nvPicPr>
          <p:cNvPr id="400" name="Google Shape;400;p24"/>
          <p:cNvPicPr preferRelativeResize="0"/>
          <p:nvPr/>
        </p:nvPicPr>
        <p:blipFill rotWithShape="1">
          <a:blip r:embed="rId10">
            <a:alphaModFix/>
          </a:blip>
          <a:srcRect b="0" l="0" r="0" t="0"/>
          <a:stretch/>
        </p:blipFill>
        <p:spPr>
          <a:xfrm>
            <a:off x="3874153" y="2434706"/>
            <a:ext cx="402337" cy="402337"/>
          </a:xfrm>
          <a:prstGeom prst="rect">
            <a:avLst/>
          </a:prstGeom>
          <a:noFill/>
          <a:ln>
            <a:noFill/>
          </a:ln>
        </p:spPr>
      </p:pic>
      <p:pic>
        <p:nvPicPr>
          <p:cNvPr id="401" name="Google Shape;401;p24"/>
          <p:cNvPicPr preferRelativeResize="0"/>
          <p:nvPr/>
        </p:nvPicPr>
        <p:blipFill rotWithShape="1">
          <a:blip r:embed="rId11">
            <a:alphaModFix/>
          </a:blip>
          <a:srcRect b="0" l="0" r="0" t="0"/>
          <a:stretch/>
        </p:blipFill>
        <p:spPr>
          <a:xfrm>
            <a:off x="3874153" y="2914489"/>
            <a:ext cx="402337" cy="402337"/>
          </a:xfrm>
          <a:prstGeom prst="rect">
            <a:avLst/>
          </a:prstGeom>
          <a:noFill/>
          <a:ln>
            <a:noFill/>
          </a:ln>
        </p:spPr>
      </p:pic>
      <p:sp>
        <p:nvSpPr>
          <p:cNvPr id="402" name="Google Shape;402;p24"/>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03" name="Google Shape;403;p24"/>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04" name="Google Shape;404;p24"/>
          <p:cNvPicPr preferRelativeResize="0"/>
          <p:nvPr/>
        </p:nvPicPr>
        <p:blipFill rotWithShape="1">
          <a:blip r:embed="rId1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pos="3878">
          <p15:clr>
            <a:srgbClr val="FBAE40"/>
          </p15:clr>
        </p15:guide>
        <p15:guide id="2" pos="397">
          <p15:clr>
            <a:srgbClr val="FBAE40"/>
          </p15:clr>
        </p15:guide>
        <p15:guide id="3" orient="horz" pos="378">
          <p15:clr>
            <a:srgbClr val="FBAE40"/>
          </p15:clr>
        </p15:guide>
        <p15:guide id="4" orient="horz" pos="923">
          <p15:clr>
            <a:srgbClr val="FBAE40"/>
          </p15:clr>
        </p15:guide>
        <p15:guide id="5" pos="1638">
          <p15:clr>
            <a:srgbClr val="FBAE40"/>
          </p15:clr>
        </p15:guide>
        <p15:guide id="6" pos="3578">
          <p15:clr>
            <a:srgbClr val="FBAE40"/>
          </p15:clr>
        </p15:guide>
        <p15:guide id="7" orient="horz" pos="1393">
          <p15:clr>
            <a:srgbClr val="FBAE40"/>
          </p15:clr>
        </p15:guide>
        <p15:guide id="8" pos="1877">
          <p15:clr>
            <a:srgbClr val="FBAE40"/>
          </p15:clr>
        </p15:guide>
        <p15:guide id="9" pos="1928">
          <p15:clr>
            <a:srgbClr val="FBAE40"/>
          </p15:clr>
        </p15:guide>
        <p15:guide id="10" pos="3833">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5_Section Header" showMasterSp="0">
  <p:cSld name="5_Section Header">
    <p:spTree>
      <p:nvGrpSpPr>
        <p:cNvPr id="405" name="Shape 405"/>
        <p:cNvGrpSpPr/>
        <p:nvPr/>
      </p:nvGrpSpPr>
      <p:grpSpPr>
        <a:xfrm>
          <a:off x="0" y="0"/>
          <a:ext cx="0" cy="0"/>
          <a:chOff x="0" y="0"/>
          <a:chExt cx="0" cy="0"/>
        </a:xfrm>
      </p:grpSpPr>
      <p:sp>
        <p:nvSpPr>
          <p:cNvPr id="406" name="Google Shape;406;p25"/>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07" name="Google Shape;407;p25"/>
          <p:cNvSpPr/>
          <p:nvPr/>
        </p:nvSpPr>
        <p:spPr>
          <a:xfrm>
            <a:off x="629841" y="2556933"/>
            <a:ext cx="7891859" cy="826623"/>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grpSp>
        <p:nvGrpSpPr>
          <p:cNvPr id="408" name="Google Shape;408;p25"/>
          <p:cNvGrpSpPr/>
          <p:nvPr/>
        </p:nvGrpSpPr>
        <p:grpSpPr>
          <a:xfrm>
            <a:off x="994787" y="3020755"/>
            <a:ext cx="775019" cy="174751"/>
            <a:chOff x="1326382" y="4041646"/>
            <a:chExt cx="2597497" cy="653143"/>
          </a:xfrm>
        </p:grpSpPr>
        <p:sp>
          <p:nvSpPr>
            <p:cNvPr id="409" name="Google Shape;409;p25"/>
            <p:cNvSpPr/>
            <p:nvPr/>
          </p:nvSpPr>
          <p:spPr>
            <a:xfrm>
              <a:off x="1326382"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10" name="Google Shape;410;p25"/>
            <p:cNvSpPr/>
            <p:nvPr/>
          </p:nvSpPr>
          <p:spPr>
            <a:xfrm>
              <a:off x="1974500"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11" name="Google Shape;411;p25"/>
            <p:cNvSpPr/>
            <p:nvPr/>
          </p:nvSpPr>
          <p:spPr>
            <a:xfrm>
              <a:off x="2622617"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12" name="Google Shape;412;p25"/>
            <p:cNvSpPr/>
            <p:nvPr/>
          </p:nvSpPr>
          <p:spPr>
            <a:xfrm>
              <a:off x="3270737" y="4041646"/>
              <a:ext cx="653142"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13" name="Google Shape;413;p25"/>
            <p:cNvSpPr/>
            <p:nvPr/>
          </p:nvSpPr>
          <p:spPr>
            <a:xfrm>
              <a:off x="3597306" y="4041650"/>
              <a:ext cx="326569" cy="653139"/>
            </a:xfrm>
            <a:custGeom>
              <a:rect b="b" l="l" r="r" t="t"/>
              <a:pathLst>
                <a:path extrusionOk="0" h="653141" w="32657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grpSp>
      <p:sp>
        <p:nvSpPr>
          <p:cNvPr id="414" name="Google Shape;414;p25"/>
          <p:cNvSpPr txBox="1"/>
          <p:nvPr>
            <p:ph idx="1" type="body"/>
          </p:nvPr>
        </p:nvSpPr>
        <p:spPr>
          <a:xfrm>
            <a:off x="1029406" y="2721203"/>
            <a:ext cx="846528" cy="249042"/>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350"/>
              <a:buFont typeface="Arial"/>
              <a:buNone/>
              <a:defRPr b="0" i="0" sz="13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15" name="Google Shape;415;p25"/>
          <p:cNvSpPr txBox="1"/>
          <p:nvPr>
            <p:ph idx="2" type="body"/>
          </p:nvPr>
        </p:nvSpPr>
        <p:spPr>
          <a:xfrm>
            <a:off x="1921844" y="3016014"/>
            <a:ext cx="946585" cy="184232"/>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16" name="Google Shape;416;p25"/>
          <p:cNvSpPr txBox="1"/>
          <p:nvPr>
            <p:ph idx="3" type="body"/>
          </p:nvPr>
        </p:nvSpPr>
        <p:spPr>
          <a:xfrm>
            <a:off x="2868429" y="3714682"/>
            <a:ext cx="2471738" cy="13121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17" name="Google Shape;417;p25"/>
          <p:cNvSpPr txBox="1"/>
          <p:nvPr>
            <p:ph idx="10" type="dt"/>
          </p:nvPr>
        </p:nvSpPr>
        <p:spPr>
          <a:xfrm>
            <a:off x="636742"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8" name="Google Shape;418;p25"/>
          <p:cNvSpPr txBox="1"/>
          <p:nvPr>
            <p:ph idx="12" type="sldNum"/>
          </p:nvPr>
        </p:nvSpPr>
        <p:spPr>
          <a:xfrm>
            <a:off x="6466042"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419" name="Google Shape;419;p25"/>
          <p:cNvPicPr preferRelativeResize="0"/>
          <p:nvPr/>
        </p:nvPicPr>
        <p:blipFill rotWithShape="1">
          <a:blip r:embed="rId2">
            <a:alphaModFix/>
          </a:blip>
          <a:srcRect b="0" l="0" r="0" t="0"/>
          <a:stretch/>
        </p:blipFill>
        <p:spPr>
          <a:xfrm>
            <a:off x="7611920" y="303610"/>
            <a:ext cx="909780" cy="242888"/>
          </a:xfrm>
          <a:prstGeom prst="rect">
            <a:avLst/>
          </a:prstGeom>
          <a:noFill/>
          <a:ln>
            <a:noFill/>
          </a:ln>
        </p:spPr>
      </p:pic>
      <p:sp>
        <p:nvSpPr>
          <p:cNvPr id="420" name="Google Shape;420;p25"/>
          <p:cNvSpPr/>
          <p:nvPr/>
        </p:nvSpPr>
        <p:spPr>
          <a:xfrm>
            <a:off x="0" y="0"/>
            <a:ext cx="9144000" cy="3031236"/>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21" name="Google Shape;421;p25"/>
          <p:cNvSpPr/>
          <p:nvPr/>
        </p:nvSpPr>
        <p:spPr>
          <a:xfrm>
            <a:off x="629841" y="2535239"/>
            <a:ext cx="7939088" cy="848318"/>
          </a:xfrm>
          <a:prstGeom prst="rect">
            <a:avLst/>
          </a:prstGeom>
          <a:solidFill>
            <a:schemeClr val="lt1"/>
          </a:solidFill>
          <a:ln>
            <a:noFill/>
          </a:ln>
          <a:effectLst>
            <a:outerShdw blurRad="50800" rotWithShape="0" algn="tl" dir="2700000" dist="38100">
              <a:srgbClr val="000000">
                <a:alpha val="4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grpSp>
        <p:nvGrpSpPr>
          <p:cNvPr id="422" name="Google Shape;422;p25"/>
          <p:cNvGrpSpPr/>
          <p:nvPr/>
        </p:nvGrpSpPr>
        <p:grpSpPr>
          <a:xfrm>
            <a:off x="923664" y="3020755"/>
            <a:ext cx="775019" cy="174751"/>
            <a:chOff x="1326382" y="4041646"/>
            <a:chExt cx="2597497" cy="653143"/>
          </a:xfrm>
        </p:grpSpPr>
        <p:sp>
          <p:nvSpPr>
            <p:cNvPr id="423" name="Google Shape;423;p25"/>
            <p:cNvSpPr/>
            <p:nvPr/>
          </p:nvSpPr>
          <p:spPr>
            <a:xfrm>
              <a:off x="1326382"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24" name="Google Shape;424;p25"/>
            <p:cNvSpPr/>
            <p:nvPr/>
          </p:nvSpPr>
          <p:spPr>
            <a:xfrm>
              <a:off x="1974500"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25" name="Google Shape;425;p25"/>
            <p:cNvSpPr/>
            <p:nvPr/>
          </p:nvSpPr>
          <p:spPr>
            <a:xfrm>
              <a:off x="2622617" y="4041646"/>
              <a:ext cx="653143"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26" name="Google Shape;426;p25"/>
            <p:cNvSpPr/>
            <p:nvPr/>
          </p:nvSpPr>
          <p:spPr>
            <a:xfrm>
              <a:off x="3270737" y="4041646"/>
              <a:ext cx="653142" cy="653143"/>
            </a:xfrm>
            <a:prstGeom prst="star5">
              <a:avLst>
                <a:gd fmla="val 19098" name="adj"/>
                <a:gd fmla="val 105146" name="hf"/>
                <a:gd fmla="val 110557" name="vf"/>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27" name="Google Shape;427;p25"/>
            <p:cNvSpPr/>
            <p:nvPr/>
          </p:nvSpPr>
          <p:spPr>
            <a:xfrm>
              <a:off x="3597306" y="4041650"/>
              <a:ext cx="326569" cy="653139"/>
            </a:xfrm>
            <a:custGeom>
              <a:rect b="b" l="l" r="r" t="t"/>
              <a:pathLst>
                <a:path extrusionOk="0" h="653141" w="326570">
                  <a:moveTo>
                    <a:pt x="0" y="0"/>
                  </a:moveTo>
                  <a:lnTo>
                    <a:pt x="77091" y="249480"/>
                  </a:lnTo>
                  <a:lnTo>
                    <a:pt x="326570" y="249478"/>
                  </a:lnTo>
                  <a:lnTo>
                    <a:pt x="124736" y="403663"/>
                  </a:lnTo>
                  <a:lnTo>
                    <a:pt x="201831" y="653141"/>
                  </a:lnTo>
                  <a:lnTo>
                    <a:pt x="0" y="498953"/>
                  </a:lnTo>
                  <a:close/>
                </a:path>
              </a:pathLst>
            </a:custGeom>
            <a:solidFill>
              <a:srgbClr val="CCCC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grpSp>
      <p:sp>
        <p:nvSpPr>
          <p:cNvPr id="428" name="Google Shape;428;p25"/>
          <p:cNvSpPr txBox="1"/>
          <p:nvPr>
            <p:ph idx="4" type="body"/>
          </p:nvPr>
        </p:nvSpPr>
        <p:spPr>
          <a:xfrm>
            <a:off x="958283" y="2721203"/>
            <a:ext cx="846528" cy="249042"/>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350"/>
              <a:buFont typeface="Arial"/>
              <a:buNone/>
              <a:defRPr b="0" i="0" sz="13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29" name="Google Shape;429;p25"/>
          <p:cNvSpPr txBox="1"/>
          <p:nvPr>
            <p:ph idx="5" type="body"/>
          </p:nvPr>
        </p:nvSpPr>
        <p:spPr>
          <a:xfrm>
            <a:off x="1850721" y="3016014"/>
            <a:ext cx="946585" cy="184232"/>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30" name="Google Shape;430;p25"/>
          <p:cNvSpPr txBox="1"/>
          <p:nvPr>
            <p:ph type="title"/>
          </p:nvPr>
        </p:nvSpPr>
        <p:spPr>
          <a:xfrm>
            <a:off x="630238" y="600075"/>
            <a:ext cx="6246812" cy="443979"/>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3600"/>
              <a:buFont typeface="Arial"/>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31" name="Google Shape;431;p25"/>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78">
          <p15:clr>
            <a:srgbClr val="FBAE40"/>
          </p15:clr>
        </p15:guide>
        <p15:guide id="2" orient="horz" pos="2210">
          <p15:clr>
            <a:srgbClr val="FBAE40"/>
          </p15:clr>
        </p15:guide>
        <p15:guide id="3" orient="horz" pos="2130">
          <p15:clr>
            <a:srgbClr val="FBAE40"/>
          </p15:clr>
        </p15:guide>
        <p15:guide id="4" orient="horz" pos="1597">
          <p15:clr>
            <a:srgbClr val="FBAE40"/>
          </p15:clr>
        </p15:guide>
        <p15:guide id="5" orient="horz" pos="2641">
          <p15:clr>
            <a:srgbClr val="FBAE40"/>
          </p15:clr>
        </p15:guide>
        <p15:guide id="6" pos="1134">
          <p15:clr>
            <a:srgbClr val="FBAE40"/>
          </p15:clr>
        </p15:guide>
        <p15:guide id="7" pos="433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Imeline Infographic" showMasterSp="0">
  <p:cSld name="Title and TImeline Infographic">
    <p:spTree>
      <p:nvGrpSpPr>
        <p:cNvPr id="432" name="Shape 432"/>
        <p:cNvGrpSpPr/>
        <p:nvPr/>
      </p:nvGrpSpPr>
      <p:grpSpPr>
        <a:xfrm>
          <a:off x="0" y="0"/>
          <a:ext cx="0" cy="0"/>
          <a:chOff x="0" y="0"/>
          <a:chExt cx="0" cy="0"/>
        </a:xfrm>
      </p:grpSpPr>
      <p:sp>
        <p:nvSpPr>
          <p:cNvPr id="433" name="Google Shape;433;p26"/>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4" name="Google Shape;434;p26"/>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435" name="Google Shape;435;p26"/>
          <p:cNvPicPr preferRelativeResize="0"/>
          <p:nvPr/>
        </p:nvPicPr>
        <p:blipFill rotWithShape="1">
          <a:blip r:embed="rId2">
            <a:alphaModFix/>
          </a:blip>
          <a:srcRect b="0" l="0" r="0" t="0"/>
          <a:stretch/>
        </p:blipFill>
        <p:spPr>
          <a:xfrm flipH="1" rot="10800000">
            <a:off x="632499" y="2973622"/>
            <a:ext cx="7691174" cy="667936"/>
          </a:xfrm>
          <a:prstGeom prst="rect">
            <a:avLst/>
          </a:prstGeom>
          <a:noFill/>
          <a:ln>
            <a:noFill/>
          </a:ln>
        </p:spPr>
      </p:pic>
      <p:sp>
        <p:nvSpPr>
          <p:cNvPr id="436" name="Google Shape;436;p26"/>
          <p:cNvSpPr txBox="1"/>
          <p:nvPr>
            <p:ph idx="1" type="body"/>
          </p:nvPr>
        </p:nvSpPr>
        <p:spPr>
          <a:xfrm>
            <a:off x="991750" y="1746401"/>
            <a:ext cx="740399" cy="249042"/>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DDDDDD"/>
              </a:buClr>
              <a:buSzPts val="2000"/>
              <a:buFont typeface="Arial"/>
              <a:buNone/>
              <a:defRPr b="1" i="0" sz="20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37" name="Google Shape;437;p26"/>
          <p:cNvSpPr txBox="1"/>
          <p:nvPr>
            <p:ph idx="2" type="body"/>
          </p:nvPr>
        </p:nvSpPr>
        <p:spPr>
          <a:xfrm>
            <a:off x="991750" y="2056441"/>
            <a:ext cx="1324840"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DDDDDD"/>
              </a:buClr>
              <a:buSzPts val="1100"/>
              <a:buFont typeface="Arial"/>
              <a:buNone/>
              <a:defRPr b="1" i="0" sz="11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38" name="Google Shape;438;p26"/>
          <p:cNvSpPr txBox="1"/>
          <p:nvPr>
            <p:ph idx="3" type="body"/>
          </p:nvPr>
        </p:nvSpPr>
        <p:spPr>
          <a:xfrm>
            <a:off x="991750" y="2281691"/>
            <a:ext cx="1149473"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39" name="Google Shape;439;p26"/>
          <p:cNvSpPr txBox="1"/>
          <p:nvPr>
            <p:ph idx="4" type="body"/>
          </p:nvPr>
        </p:nvSpPr>
        <p:spPr>
          <a:xfrm>
            <a:off x="2440487" y="1746401"/>
            <a:ext cx="740399" cy="249042"/>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0" name="Google Shape;440;p26"/>
          <p:cNvSpPr txBox="1"/>
          <p:nvPr>
            <p:ph idx="5" type="body"/>
          </p:nvPr>
        </p:nvSpPr>
        <p:spPr>
          <a:xfrm>
            <a:off x="2440487" y="2056441"/>
            <a:ext cx="1324840"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F6303E"/>
              </a:buClr>
              <a:buSzPts val="1100"/>
              <a:buFont typeface="Arial"/>
              <a:buNone/>
              <a:defRPr b="1" i="0" sz="11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1" name="Google Shape;441;p26"/>
          <p:cNvSpPr txBox="1"/>
          <p:nvPr>
            <p:ph idx="6" type="body"/>
          </p:nvPr>
        </p:nvSpPr>
        <p:spPr>
          <a:xfrm>
            <a:off x="2440487" y="2281691"/>
            <a:ext cx="1149473"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2" name="Google Shape;442;p26"/>
          <p:cNvSpPr txBox="1"/>
          <p:nvPr>
            <p:ph idx="7" type="body"/>
          </p:nvPr>
        </p:nvSpPr>
        <p:spPr>
          <a:xfrm>
            <a:off x="3892297" y="1746401"/>
            <a:ext cx="740399" cy="249042"/>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2000"/>
              <a:buFont typeface="Arial"/>
              <a:buNone/>
              <a:defRPr b="1" i="0" sz="2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3" name="Google Shape;443;p26"/>
          <p:cNvSpPr txBox="1"/>
          <p:nvPr>
            <p:ph idx="8" type="body"/>
          </p:nvPr>
        </p:nvSpPr>
        <p:spPr>
          <a:xfrm>
            <a:off x="3892297" y="2056441"/>
            <a:ext cx="1324840"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100"/>
              <a:buFont typeface="Arial"/>
              <a:buNone/>
              <a:defRPr b="1" i="0" sz="11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4" name="Google Shape;444;p26"/>
          <p:cNvSpPr txBox="1"/>
          <p:nvPr>
            <p:ph idx="9" type="body"/>
          </p:nvPr>
        </p:nvSpPr>
        <p:spPr>
          <a:xfrm>
            <a:off x="3892297" y="2281691"/>
            <a:ext cx="1149473"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5" name="Google Shape;445;p26"/>
          <p:cNvSpPr txBox="1"/>
          <p:nvPr>
            <p:ph idx="13" type="body"/>
          </p:nvPr>
        </p:nvSpPr>
        <p:spPr>
          <a:xfrm>
            <a:off x="5326899" y="1746401"/>
            <a:ext cx="740399" cy="249042"/>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CCCCCC"/>
              </a:buClr>
              <a:buSzPts val="2000"/>
              <a:buFont typeface="Arial"/>
              <a:buNone/>
              <a:defRPr b="1" i="0" sz="20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6" name="Google Shape;446;p26"/>
          <p:cNvSpPr txBox="1"/>
          <p:nvPr>
            <p:ph idx="14" type="body"/>
          </p:nvPr>
        </p:nvSpPr>
        <p:spPr>
          <a:xfrm>
            <a:off x="5326899" y="2056441"/>
            <a:ext cx="1324840"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CCCCCC"/>
              </a:buClr>
              <a:buSzPts val="1100"/>
              <a:buFont typeface="Arial"/>
              <a:buNone/>
              <a:defRPr b="1" i="0" sz="11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7" name="Google Shape;447;p26"/>
          <p:cNvSpPr txBox="1"/>
          <p:nvPr>
            <p:ph idx="15" type="body"/>
          </p:nvPr>
        </p:nvSpPr>
        <p:spPr>
          <a:xfrm>
            <a:off x="5326899" y="2281691"/>
            <a:ext cx="1149473"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8" name="Google Shape;448;p26"/>
          <p:cNvSpPr txBox="1"/>
          <p:nvPr>
            <p:ph idx="16" type="body"/>
          </p:nvPr>
        </p:nvSpPr>
        <p:spPr>
          <a:xfrm>
            <a:off x="6735161" y="1746401"/>
            <a:ext cx="740399" cy="249042"/>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49" name="Google Shape;449;p26"/>
          <p:cNvSpPr txBox="1"/>
          <p:nvPr>
            <p:ph idx="17" type="body"/>
          </p:nvPr>
        </p:nvSpPr>
        <p:spPr>
          <a:xfrm>
            <a:off x="6735161" y="2056441"/>
            <a:ext cx="1324840"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F6303E"/>
              </a:buClr>
              <a:buSzPts val="1100"/>
              <a:buFont typeface="Arial"/>
              <a:buNone/>
              <a:defRPr b="1" i="0" sz="11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0" name="Google Shape;450;p26"/>
          <p:cNvSpPr txBox="1"/>
          <p:nvPr>
            <p:ph idx="18" type="body"/>
          </p:nvPr>
        </p:nvSpPr>
        <p:spPr>
          <a:xfrm>
            <a:off x="6735161" y="2281691"/>
            <a:ext cx="1149473" cy="165886"/>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1" name="Google Shape;451;p26"/>
          <p:cNvSpPr txBox="1"/>
          <p:nvPr>
            <p:ph idx="19" type="body"/>
          </p:nvPr>
        </p:nvSpPr>
        <p:spPr>
          <a:xfrm>
            <a:off x="904066" y="3531649"/>
            <a:ext cx="1324840" cy="349771"/>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DDDDDD"/>
              </a:buClr>
              <a:buSzPts val="1600"/>
              <a:buFont typeface="Arial"/>
              <a:buNone/>
              <a:defRPr b="1" i="0" sz="16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2" name="Google Shape;452;p26"/>
          <p:cNvSpPr txBox="1"/>
          <p:nvPr>
            <p:ph idx="20" type="body"/>
          </p:nvPr>
        </p:nvSpPr>
        <p:spPr>
          <a:xfrm>
            <a:off x="2352802" y="3531649"/>
            <a:ext cx="1352923" cy="349771"/>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F6303E"/>
              </a:buClr>
              <a:buSzPts val="1600"/>
              <a:buFont typeface="Arial"/>
              <a:buNone/>
              <a:defRPr b="1" i="0" sz="16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3" name="Google Shape;453;p26"/>
          <p:cNvSpPr txBox="1"/>
          <p:nvPr>
            <p:ph idx="21" type="body"/>
          </p:nvPr>
        </p:nvSpPr>
        <p:spPr>
          <a:xfrm>
            <a:off x="3829621" y="3531648"/>
            <a:ext cx="1352923" cy="349771"/>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chemeClr val="dk1"/>
              </a:buClr>
              <a:buSzPts val="1600"/>
              <a:buFont typeface="Arial"/>
              <a:buNone/>
              <a:defRPr b="1" i="0" sz="16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4" name="Google Shape;454;p26"/>
          <p:cNvSpPr txBox="1"/>
          <p:nvPr>
            <p:ph idx="22" type="body"/>
          </p:nvPr>
        </p:nvSpPr>
        <p:spPr>
          <a:xfrm>
            <a:off x="5306440" y="3531648"/>
            <a:ext cx="1324840" cy="349771"/>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DDDDDD"/>
              </a:buClr>
              <a:buSzPts val="1600"/>
              <a:buFont typeface="Arial"/>
              <a:buNone/>
              <a:defRPr b="1" i="0" sz="1600" u="none" cap="none" strike="noStrike">
                <a:solidFill>
                  <a:srgbClr val="DDDDDD"/>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55" name="Google Shape;455;p26"/>
          <p:cNvSpPr txBox="1"/>
          <p:nvPr>
            <p:ph idx="23" type="body"/>
          </p:nvPr>
        </p:nvSpPr>
        <p:spPr>
          <a:xfrm>
            <a:off x="6755176" y="3531647"/>
            <a:ext cx="1352923" cy="349771"/>
          </a:xfrm>
          <a:prstGeom prst="rect">
            <a:avLst/>
          </a:prstGeom>
          <a:noFill/>
          <a:ln>
            <a:noFill/>
          </a:ln>
        </p:spPr>
        <p:txBody>
          <a:bodyPr anchorCtr="0" anchor="ctr" bIns="45700" lIns="91425" spcFirstLastPara="1" rIns="91425" wrap="square" tIns="45700"/>
          <a:lstStyle>
            <a:lvl1pPr indent="-228600" lvl="0" marL="457200" marR="0" rtl="0" algn="l">
              <a:lnSpc>
                <a:spcPct val="90000"/>
              </a:lnSpc>
              <a:spcBef>
                <a:spcPts val="750"/>
              </a:spcBef>
              <a:spcAft>
                <a:spcPts val="0"/>
              </a:spcAft>
              <a:buClr>
                <a:srgbClr val="F6303E"/>
              </a:buClr>
              <a:buSzPts val="1600"/>
              <a:buFont typeface="Arial"/>
              <a:buNone/>
              <a:defRPr b="1" i="0" sz="16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456" name="Google Shape;456;p26"/>
          <p:cNvPicPr preferRelativeResize="0"/>
          <p:nvPr/>
        </p:nvPicPr>
        <p:blipFill rotWithShape="1">
          <a:blip r:embed="rId2">
            <a:alphaModFix/>
          </a:blip>
          <a:srcRect b="0" l="0" r="0" t="0"/>
          <a:stretch/>
        </p:blipFill>
        <p:spPr>
          <a:xfrm flipH="1" rot="10800000">
            <a:off x="632499" y="2973622"/>
            <a:ext cx="7691174" cy="667936"/>
          </a:xfrm>
          <a:prstGeom prst="rect">
            <a:avLst/>
          </a:prstGeom>
          <a:noFill/>
          <a:ln>
            <a:noFill/>
          </a:ln>
        </p:spPr>
      </p:pic>
      <p:sp>
        <p:nvSpPr>
          <p:cNvPr id="457" name="Google Shape;457;p26"/>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58" name="Google Shape;458;p26"/>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59" name="Google Shape;459;p26"/>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Doughnut Chart">
  <p:cSld name="Title and Doughnut Chart">
    <p:spTree>
      <p:nvGrpSpPr>
        <p:cNvPr id="460" name="Shape 460"/>
        <p:cNvGrpSpPr/>
        <p:nvPr/>
      </p:nvGrpSpPr>
      <p:grpSpPr>
        <a:xfrm>
          <a:off x="0" y="0"/>
          <a:ext cx="0" cy="0"/>
          <a:chOff x="0" y="0"/>
          <a:chExt cx="0" cy="0"/>
        </a:xfrm>
      </p:grpSpPr>
      <p:sp>
        <p:nvSpPr>
          <p:cNvPr id="461" name="Google Shape;461;p27"/>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2" name="Google Shape;462;p27"/>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463" name="Google Shape;463;p27"/>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64" name="Google Shape;464;p27"/>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65" name="Google Shape;465;p27"/>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Line Chart">
  <p:cSld name="Title and Line Chart">
    <p:spTree>
      <p:nvGrpSpPr>
        <p:cNvPr id="466" name="Shape 466"/>
        <p:cNvGrpSpPr/>
        <p:nvPr/>
      </p:nvGrpSpPr>
      <p:grpSpPr>
        <a:xfrm>
          <a:off x="0" y="0"/>
          <a:ext cx="0" cy="0"/>
          <a:chOff x="0" y="0"/>
          <a:chExt cx="0" cy="0"/>
        </a:xfrm>
      </p:grpSpPr>
      <p:sp>
        <p:nvSpPr>
          <p:cNvPr id="467" name="Google Shape;467;p28"/>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8" name="Google Shape;468;p28"/>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469" name="Google Shape;469;p28"/>
          <p:cNvSpPr/>
          <p:nvPr/>
        </p:nvSpPr>
        <p:spPr>
          <a:xfrm>
            <a:off x="3170379" y="4105875"/>
            <a:ext cx="1512168" cy="41909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70" name="Google Shape;470;p28"/>
          <p:cNvPicPr preferRelativeResize="0"/>
          <p:nvPr/>
        </p:nvPicPr>
        <p:blipFill rotWithShape="1">
          <a:blip r:embed="rId2">
            <a:alphaModFix/>
          </a:blip>
          <a:srcRect b="0" l="0" r="0" t="0"/>
          <a:stretch/>
        </p:blipFill>
        <p:spPr>
          <a:xfrm>
            <a:off x="5176215" y="3284258"/>
            <a:ext cx="1319792" cy="422726"/>
          </a:xfrm>
          <a:prstGeom prst="rect">
            <a:avLst/>
          </a:prstGeom>
          <a:noFill/>
          <a:ln>
            <a:noFill/>
          </a:ln>
        </p:spPr>
      </p:pic>
      <p:pic>
        <p:nvPicPr>
          <p:cNvPr id="471" name="Google Shape;471;p28"/>
          <p:cNvPicPr preferRelativeResize="0"/>
          <p:nvPr/>
        </p:nvPicPr>
        <p:blipFill rotWithShape="1">
          <a:blip r:embed="rId3">
            <a:alphaModFix/>
          </a:blip>
          <a:srcRect b="0" l="0" r="0" t="0"/>
          <a:stretch/>
        </p:blipFill>
        <p:spPr>
          <a:xfrm>
            <a:off x="6609469" y="3232411"/>
            <a:ext cx="1333750" cy="431988"/>
          </a:xfrm>
          <a:prstGeom prst="rect">
            <a:avLst/>
          </a:prstGeom>
          <a:noFill/>
          <a:ln>
            <a:noFill/>
          </a:ln>
        </p:spPr>
      </p:pic>
      <p:sp>
        <p:nvSpPr>
          <p:cNvPr id="472" name="Google Shape;472;p28"/>
          <p:cNvSpPr txBox="1"/>
          <p:nvPr>
            <p:ph idx="1" type="body"/>
          </p:nvPr>
        </p:nvSpPr>
        <p:spPr>
          <a:xfrm>
            <a:off x="630238" y="1600199"/>
            <a:ext cx="3182128" cy="3006726"/>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3" name="Google Shape;473;p28"/>
          <p:cNvSpPr txBox="1"/>
          <p:nvPr>
            <p:ph idx="2" type="body"/>
          </p:nvPr>
        </p:nvSpPr>
        <p:spPr>
          <a:xfrm>
            <a:off x="5306779" y="3059187"/>
            <a:ext cx="671653" cy="35078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rgbClr val="F6303E"/>
              </a:buClr>
              <a:buSzPts val="2000"/>
              <a:buFont typeface="Arial"/>
              <a:buNone/>
              <a:defRPr b="1" i="0" sz="20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4" name="Google Shape;474;p28"/>
          <p:cNvSpPr txBox="1"/>
          <p:nvPr>
            <p:ph idx="3" type="body"/>
          </p:nvPr>
        </p:nvSpPr>
        <p:spPr>
          <a:xfrm>
            <a:off x="6894111" y="3052728"/>
            <a:ext cx="671653" cy="325087"/>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rgbClr val="CCCCCC"/>
              </a:buClr>
              <a:buSzPts val="2000"/>
              <a:buFont typeface="Arial"/>
              <a:buNone/>
              <a:defRPr b="1" i="0" sz="2000" u="none" cap="none" strike="noStrike">
                <a:solidFill>
                  <a:srgbClr val="CCCCCC"/>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5" name="Google Shape;475;p28"/>
          <p:cNvSpPr txBox="1"/>
          <p:nvPr>
            <p:ph idx="4" type="body"/>
          </p:nvPr>
        </p:nvSpPr>
        <p:spPr>
          <a:xfrm>
            <a:off x="5306778" y="3559464"/>
            <a:ext cx="1077979" cy="212599"/>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rgbClr val="F6303E"/>
              </a:buClr>
              <a:buSzPts val="1200"/>
              <a:buFont typeface="Arial"/>
              <a:buNone/>
              <a:defRPr b="1" i="0" sz="12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6" name="Google Shape;476;p28"/>
          <p:cNvSpPr txBox="1"/>
          <p:nvPr>
            <p:ph idx="5" type="body"/>
          </p:nvPr>
        </p:nvSpPr>
        <p:spPr>
          <a:xfrm>
            <a:off x="5299344" y="3813792"/>
            <a:ext cx="1077979" cy="799143"/>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50"/>
              <a:buFont typeface="Arial"/>
              <a:buNone/>
              <a:defRPr b="0" i="0" sz="10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7" name="Google Shape;477;p28"/>
          <p:cNvSpPr txBox="1"/>
          <p:nvPr>
            <p:ph idx="6" type="body"/>
          </p:nvPr>
        </p:nvSpPr>
        <p:spPr>
          <a:xfrm>
            <a:off x="6890089" y="3559464"/>
            <a:ext cx="1077979" cy="212599"/>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rgbClr val="F6303E"/>
              </a:buClr>
              <a:buSzPts val="1200"/>
              <a:buFont typeface="Arial"/>
              <a:buNone/>
              <a:defRPr b="1" i="0" sz="1200" u="none" cap="none" strike="noStrike">
                <a:solidFill>
                  <a:srgbClr val="F630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8" name="Google Shape;478;p28"/>
          <p:cNvSpPr txBox="1"/>
          <p:nvPr>
            <p:ph idx="7" type="body"/>
          </p:nvPr>
        </p:nvSpPr>
        <p:spPr>
          <a:xfrm>
            <a:off x="6882655" y="3813792"/>
            <a:ext cx="1077979" cy="799143"/>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050"/>
              <a:buFont typeface="Arial"/>
              <a:buNone/>
              <a:defRPr b="0" i="0" sz="105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79" name="Google Shape;479;p28"/>
          <p:cNvSpPr/>
          <p:nvPr>
            <p:ph idx="8" type="chart"/>
          </p:nvPr>
        </p:nvSpPr>
        <p:spPr>
          <a:xfrm>
            <a:off x="5295900" y="1600200"/>
            <a:ext cx="3225800" cy="1333500"/>
          </a:xfrm>
          <a:prstGeom prst="rect">
            <a:avLst/>
          </a:prstGeom>
          <a:noFill/>
          <a:ln>
            <a:noFill/>
          </a:ln>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900"/>
              <a:buFont typeface="Arial"/>
              <a:buNone/>
              <a:defRPr b="0" i="0" sz="9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80" name="Google Shape;480;p28"/>
          <p:cNvSpPr/>
          <p:nvPr/>
        </p:nvSpPr>
        <p:spPr>
          <a:xfrm>
            <a:off x="3170379" y="4105875"/>
            <a:ext cx="1512168" cy="41909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1" name="Google Shape;481;p28"/>
          <p:cNvPicPr preferRelativeResize="0"/>
          <p:nvPr/>
        </p:nvPicPr>
        <p:blipFill rotWithShape="1">
          <a:blip r:embed="rId2">
            <a:alphaModFix/>
          </a:blip>
          <a:srcRect b="0" l="0" r="0" t="0"/>
          <a:stretch/>
        </p:blipFill>
        <p:spPr>
          <a:xfrm>
            <a:off x="5176215" y="3284258"/>
            <a:ext cx="1319792" cy="422726"/>
          </a:xfrm>
          <a:prstGeom prst="rect">
            <a:avLst/>
          </a:prstGeom>
          <a:noFill/>
          <a:ln>
            <a:noFill/>
          </a:ln>
        </p:spPr>
      </p:pic>
      <p:pic>
        <p:nvPicPr>
          <p:cNvPr id="482" name="Google Shape;482;p28"/>
          <p:cNvPicPr preferRelativeResize="0"/>
          <p:nvPr/>
        </p:nvPicPr>
        <p:blipFill rotWithShape="1">
          <a:blip r:embed="rId3">
            <a:alphaModFix/>
          </a:blip>
          <a:srcRect b="0" l="0" r="0" t="0"/>
          <a:stretch/>
        </p:blipFill>
        <p:spPr>
          <a:xfrm>
            <a:off x="6609469" y="3232411"/>
            <a:ext cx="1333750" cy="431988"/>
          </a:xfrm>
          <a:prstGeom prst="rect">
            <a:avLst/>
          </a:prstGeom>
          <a:noFill/>
          <a:ln>
            <a:noFill/>
          </a:ln>
        </p:spPr>
      </p:pic>
      <p:sp>
        <p:nvSpPr>
          <p:cNvPr id="483" name="Google Shape;483;p28"/>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484" name="Google Shape;484;p28"/>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485" name="Google Shape;485;p28"/>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orient="horz" pos="1008">
          <p15:clr>
            <a:srgbClr val="FBAE40"/>
          </p15:clr>
        </p15:guide>
        <p15:guide id="3" orient="horz" pos="2754">
          <p15:clr>
            <a:srgbClr val="FBAE40"/>
          </p15:clr>
        </p15:guide>
        <p15:guide id="4" pos="2404">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Doughnut Chart 2">
  <p:cSld name="Title and Doughnut Chart 2">
    <p:spTree>
      <p:nvGrpSpPr>
        <p:cNvPr id="486" name="Shape 486"/>
        <p:cNvGrpSpPr/>
        <p:nvPr/>
      </p:nvGrpSpPr>
      <p:grpSpPr>
        <a:xfrm>
          <a:off x="0" y="0"/>
          <a:ext cx="0" cy="0"/>
          <a:chOff x="0" y="0"/>
          <a:chExt cx="0" cy="0"/>
        </a:xfrm>
      </p:grpSpPr>
      <p:sp>
        <p:nvSpPr>
          <p:cNvPr id="487" name="Google Shape;487;p29"/>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8" name="Google Shape;488;p29"/>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489" name="Google Shape;489;p29"/>
          <p:cNvPicPr preferRelativeResize="0"/>
          <p:nvPr/>
        </p:nvPicPr>
        <p:blipFill rotWithShape="1">
          <a:blip r:embed="rId2">
            <a:alphaModFix/>
          </a:blip>
          <a:srcRect b="0" l="0" r="0" t="0"/>
          <a:stretch/>
        </p:blipFill>
        <p:spPr>
          <a:xfrm>
            <a:off x="1960619" y="1967641"/>
            <a:ext cx="2754306" cy="1408988"/>
          </a:xfrm>
          <a:prstGeom prst="rect">
            <a:avLst/>
          </a:prstGeom>
          <a:noFill/>
          <a:ln>
            <a:noFill/>
          </a:ln>
        </p:spPr>
      </p:pic>
      <p:pic>
        <p:nvPicPr>
          <p:cNvPr id="490" name="Google Shape;490;p29"/>
          <p:cNvPicPr preferRelativeResize="0"/>
          <p:nvPr/>
        </p:nvPicPr>
        <p:blipFill rotWithShape="1">
          <a:blip r:embed="rId3">
            <a:alphaModFix/>
          </a:blip>
          <a:srcRect b="0" l="0" r="0" t="0"/>
          <a:stretch/>
        </p:blipFill>
        <p:spPr>
          <a:xfrm>
            <a:off x="880659" y="1705476"/>
            <a:ext cx="4222864" cy="2160240"/>
          </a:xfrm>
          <a:prstGeom prst="rect">
            <a:avLst/>
          </a:prstGeom>
          <a:noFill/>
          <a:ln>
            <a:noFill/>
          </a:ln>
        </p:spPr>
      </p:pic>
      <p:pic>
        <p:nvPicPr>
          <p:cNvPr id="491" name="Google Shape;491;p29"/>
          <p:cNvPicPr preferRelativeResize="0"/>
          <p:nvPr/>
        </p:nvPicPr>
        <p:blipFill rotWithShape="1">
          <a:blip r:embed="rId4">
            <a:alphaModFix/>
          </a:blip>
          <a:srcRect b="0" l="0" r="0" t="0"/>
          <a:stretch/>
        </p:blipFill>
        <p:spPr>
          <a:xfrm>
            <a:off x="3542547" y="1697092"/>
            <a:ext cx="4222864" cy="2160240"/>
          </a:xfrm>
          <a:prstGeom prst="rect">
            <a:avLst/>
          </a:prstGeom>
          <a:noFill/>
          <a:ln>
            <a:noFill/>
          </a:ln>
        </p:spPr>
      </p:pic>
      <p:sp>
        <p:nvSpPr>
          <p:cNvPr id="492" name="Google Shape;492;p29"/>
          <p:cNvSpPr txBox="1"/>
          <p:nvPr>
            <p:ph idx="1" type="body"/>
          </p:nvPr>
        </p:nvSpPr>
        <p:spPr>
          <a:xfrm>
            <a:off x="2286696" y="2571750"/>
            <a:ext cx="1324840" cy="29837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3200"/>
              <a:buFont typeface="Arial"/>
              <a:buNone/>
              <a:defRPr b="1" i="0" sz="3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93" name="Google Shape;493;p29"/>
          <p:cNvSpPr txBox="1"/>
          <p:nvPr>
            <p:ph idx="2" type="body"/>
          </p:nvPr>
        </p:nvSpPr>
        <p:spPr>
          <a:xfrm>
            <a:off x="2286696" y="2939370"/>
            <a:ext cx="1324840" cy="29837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000"/>
              <a:buFont typeface="Arial"/>
              <a:buNone/>
              <a:defRPr b="0"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94" name="Google Shape;494;p29"/>
          <p:cNvSpPr txBox="1"/>
          <p:nvPr>
            <p:ph idx="3" type="body"/>
          </p:nvPr>
        </p:nvSpPr>
        <p:spPr>
          <a:xfrm>
            <a:off x="4973335" y="2571750"/>
            <a:ext cx="1324840" cy="29837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3200"/>
              <a:buFont typeface="Arial"/>
              <a:buNone/>
              <a:defRPr b="1" i="0" sz="3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495" name="Google Shape;495;p29"/>
          <p:cNvSpPr txBox="1"/>
          <p:nvPr>
            <p:ph idx="4" type="body"/>
          </p:nvPr>
        </p:nvSpPr>
        <p:spPr>
          <a:xfrm>
            <a:off x="4973335" y="2939370"/>
            <a:ext cx="1324840" cy="29837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000"/>
              <a:buFont typeface="Arial"/>
              <a:buNone/>
              <a:defRPr b="0"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496" name="Google Shape;496;p29"/>
          <p:cNvPicPr preferRelativeResize="0"/>
          <p:nvPr/>
        </p:nvPicPr>
        <p:blipFill rotWithShape="1">
          <a:blip r:embed="rId2">
            <a:alphaModFix/>
          </a:blip>
          <a:srcRect b="0" l="0" r="0" t="0"/>
          <a:stretch/>
        </p:blipFill>
        <p:spPr>
          <a:xfrm>
            <a:off x="1960619" y="1967641"/>
            <a:ext cx="2754306" cy="1408988"/>
          </a:xfrm>
          <a:prstGeom prst="rect">
            <a:avLst/>
          </a:prstGeom>
          <a:noFill/>
          <a:ln>
            <a:noFill/>
          </a:ln>
        </p:spPr>
      </p:pic>
      <p:pic>
        <p:nvPicPr>
          <p:cNvPr id="497" name="Google Shape;497;p29"/>
          <p:cNvPicPr preferRelativeResize="0"/>
          <p:nvPr/>
        </p:nvPicPr>
        <p:blipFill rotWithShape="1">
          <a:blip r:embed="rId3">
            <a:alphaModFix/>
          </a:blip>
          <a:srcRect b="0" l="0" r="0" t="0"/>
          <a:stretch/>
        </p:blipFill>
        <p:spPr>
          <a:xfrm>
            <a:off x="880659" y="1705476"/>
            <a:ext cx="4222864" cy="2160240"/>
          </a:xfrm>
          <a:prstGeom prst="rect">
            <a:avLst/>
          </a:prstGeom>
          <a:noFill/>
          <a:ln>
            <a:noFill/>
          </a:ln>
        </p:spPr>
      </p:pic>
      <p:pic>
        <p:nvPicPr>
          <p:cNvPr id="498" name="Google Shape;498;p29"/>
          <p:cNvPicPr preferRelativeResize="0"/>
          <p:nvPr/>
        </p:nvPicPr>
        <p:blipFill rotWithShape="1">
          <a:blip r:embed="rId4">
            <a:alphaModFix/>
          </a:blip>
          <a:srcRect b="0" l="0" r="0" t="0"/>
          <a:stretch/>
        </p:blipFill>
        <p:spPr>
          <a:xfrm>
            <a:off x="3542547" y="1697092"/>
            <a:ext cx="4222864" cy="2160240"/>
          </a:xfrm>
          <a:prstGeom prst="rect">
            <a:avLst/>
          </a:prstGeom>
          <a:noFill/>
          <a:ln>
            <a:noFill/>
          </a:ln>
        </p:spPr>
      </p:pic>
      <p:sp>
        <p:nvSpPr>
          <p:cNvPr id="499" name="Google Shape;499;p29"/>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500" name="Google Shape;500;p29"/>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01" name="Google Shape;501;p29"/>
          <p:cNvPicPr preferRelativeResize="0"/>
          <p:nvPr/>
        </p:nvPicPr>
        <p:blipFill rotWithShape="1">
          <a:blip r:embed="rId5">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Infograhic">
  <p:cSld name="Title and Infograhic">
    <p:spTree>
      <p:nvGrpSpPr>
        <p:cNvPr id="502" name="Shape 502"/>
        <p:cNvGrpSpPr/>
        <p:nvPr/>
      </p:nvGrpSpPr>
      <p:grpSpPr>
        <a:xfrm>
          <a:off x="0" y="0"/>
          <a:ext cx="0" cy="0"/>
          <a:chOff x="0" y="0"/>
          <a:chExt cx="0" cy="0"/>
        </a:xfrm>
      </p:grpSpPr>
      <p:sp>
        <p:nvSpPr>
          <p:cNvPr id="503" name="Google Shape;503;p30"/>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4" name="Google Shape;504;p30"/>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id="505" name="Google Shape;505;p30"/>
          <p:cNvPicPr preferRelativeResize="0"/>
          <p:nvPr/>
        </p:nvPicPr>
        <p:blipFill rotWithShape="1">
          <a:blip r:embed="rId2">
            <a:alphaModFix/>
          </a:blip>
          <a:srcRect b="0" l="0" r="0" t="0"/>
          <a:stretch/>
        </p:blipFill>
        <p:spPr>
          <a:xfrm>
            <a:off x="914602" y="2566307"/>
            <a:ext cx="2538282" cy="1298479"/>
          </a:xfrm>
          <a:prstGeom prst="rect">
            <a:avLst/>
          </a:prstGeom>
          <a:noFill/>
          <a:ln>
            <a:noFill/>
          </a:ln>
        </p:spPr>
      </p:pic>
      <p:pic>
        <p:nvPicPr>
          <p:cNvPr id="506" name="Google Shape;506;p30"/>
          <p:cNvPicPr preferRelativeResize="0"/>
          <p:nvPr/>
        </p:nvPicPr>
        <p:blipFill rotWithShape="1">
          <a:blip r:embed="rId3">
            <a:alphaModFix/>
          </a:blip>
          <a:srcRect b="0" l="0" r="0" t="0"/>
          <a:stretch/>
        </p:blipFill>
        <p:spPr>
          <a:xfrm>
            <a:off x="918760" y="1581506"/>
            <a:ext cx="7431156" cy="2999208"/>
          </a:xfrm>
          <a:prstGeom prst="rect">
            <a:avLst/>
          </a:prstGeom>
          <a:noFill/>
          <a:ln>
            <a:noFill/>
          </a:ln>
        </p:spPr>
      </p:pic>
      <p:sp>
        <p:nvSpPr>
          <p:cNvPr id="507" name="Google Shape;507;p30"/>
          <p:cNvSpPr txBox="1"/>
          <p:nvPr>
            <p:ph idx="1" type="body"/>
          </p:nvPr>
        </p:nvSpPr>
        <p:spPr>
          <a:xfrm>
            <a:off x="1263041" y="2104600"/>
            <a:ext cx="830454" cy="292044"/>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800"/>
              <a:buFont typeface="Arial"/>
              <a:buNone/>
              <a:defRPr b="1" i="0" sz="18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08" name="Google Shape;508;p30"/>
          <p:cNvSpPr txBox="1"/>
          <p:nvPr>
            <p:ph idx="2" type="body"/>
          </p:nvPr>
        </p:nvSpPr>
        <p:spPr>
          <a:xfrm>
            <a:off x="2470356" y="3778988"/>
            <a:ext cx="784195" cy="305954"/>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800"/>
              <a:buFont typeface="Arial"/>
              <a:buNone/>
              <a:defRPr b="1" i="0" sz="1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09" name="Google Shape;509;p30"/>
          <p:cNvSpPr txBox="1"/>
          <p:nvPr>
            <p:ph idx="3" type="body"/>
          </p:nvPr>
        </p:nvSpPr>
        <p:spPr>
          <a:xfrm>
            <a:off x="3530790" y="2108961"/>
            <a:ext cx="824532" cy="28768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0" name="Google Shape;510;p30"/>
          <p:cNvSpPr txBox="1"/>
          <p:nvPr>
            <p:ph idx="4" type="body"/>
          </p:nvPr>
        </p:nvSpPr>
        <p:spPr>
          <a:xfrm>
            <a:off x="4729642" y="3771033"/>
            <a:ext cx="745627" cy="305954"/>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1" name="Google Shape;511;p30"/>
          <p:cNvSpPr txBox="1"/>
          <p:nvPr>
            <p:ph idx="5" type="body"/>
          </p:nvPr>
        </p:nvSpPr>
        <p:spPr>
          <a:xfrm>
            <a:off x="5904099" y="2107682"/>
            <a:ext cx="758842" cy="292044"/>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800"/>
              <a:buFont typeface="Arial"/>
              <a:buNone/>
              <a:defRPr b="1" i="0" sz="18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2" name="Google Shape;512;p30"/>
          <p:cNvSpPr txBox="1"/>
          <p:nvPr>
            <p:ph idx="6" type="body"/>
          </p:nvPr>
        </p:nvSpPr>
        <p:spPr>
          <a:xfrm>
            <a:off x="7023857" y="3762859"/>
            <a:ext cx="784195" cy="305954"/>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F6323E"/>
              </a:buClr>
              <a:buSzPts val="1800"/>
              <a:buFont typeface="Arial"/>
              <a:buNone/>
              <a:defRPr b="1" i="0" sz="1800" u="none" cap="none" strike="noStrike">
                <a:solidFill>
                  <a:srgbClr val="F6323E"/>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3" name="Google Shape;513;p30"/>
          <p:cNvSpPr txBox="1"/>
          <p:nvPr>
            <p:ph idx="7" type="body"/>
          </p:nvPr>
        </p:nvSpPr>
        <p:spPr>
          <a:xfrm>
            <a:off x="2156171" y="1257995"/>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200"/>
              <a:buFont typeface="Arial"/>
              <a:buNone/>
              <a:defRPr b="1" i="0" sz="12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4" name="Google Shape;514;p30"/>
          <p:cNvSpPr txBox="1"/>
          <p:nvPr>
            <p:ph idx="8" type="body"/>
          </p:nvPr>
        </p:nvSpPr>
        <p:spPr>
          <a:xfrm>
            <a:off x="2156171" y="1523662"/>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5" name="Google Shape;515;p30"/>
          <p:cNvSpPr txBox="1"/>
          <p:nvPr>
            <p:ph idx="9" type="body"/>
          </p:nvPr>
        </p:nvSpPr>
        <p:spPr>
          <a:xfrm>
            <a:off x="4513908" y="1257995"/>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6" name="Google Shape;516;p30"/>
          <p:cNvSpPr txBox="1"/>
          <p:nvPr>
            <p:ph idx="13" type="body"/>
          </p:nvPr>
        </p:nvSpPr>
        <p:spPr>
          <a:xfrm>
            <a:off x="4513908" y="1523662"/>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7" name="Google Shape;517;p30"/>
          <p:cNvSpPr txBox="1"/>
          <p:nvPr>
            <p:ph idx="14" type="body"/>
          </p:nvPr>
        </p:nvSpPr>
        <p:spPr>
          <a:xfrm>
            <a:off x="6720777" y="1257995"/>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8" name="Google Shape;518;p30"/>
          <p:cNvSpPr txBox="1"/>
          <p:nvPr>
            <p:ph idx="15" type="body"/>
          </p:nvPr>
        </p:nvSpPr>
        <p:spPr>
          <a:xfrm>
            <a:off x="6720777" y="1523662"/>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19" name="Google Shape;519;p30"/>
          <p:cNvSpPr txBox="1"/>
          <p:nvPr>
            <p:ph idx="16" type="body"/>
          </p:nvPr>
        </p:nvSpPr>
        <p:spPr>
          <a:xfrm>
            <a:off x="995265" y="3791876"/>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0" name="Google Shape;520;p30"/>
          <p:cNvSpPr txBox="1"/>
          <p:nvPr>
            <p:ph idx="17" type="body"/>
          </p:nvPr>
        </p:nvSpPr>
        <p:spPr>
          <a:xfrm>
            <a:off x="995265" y="4057543"/>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1" name="Google Shape;521;p30"/>
          <p:cNvSpPr txBox="1"/>
          <p:nvPr>
            <p:ph idx="18" type="body"/>
          </p:nvPr>
        </p:nvSpPr>
        <p:spPr>
          <a:xfrm>
            <a:off x="3326285" y="3779691"/>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F1333F"/>
              </a:buClr>
              <a:buSzPts val="1200"/>
              <a:buFont typeface="Arial"/>
              <a:buNone/>
              <a:defRPr b="1" i="0" sz="12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2" name="Google Shape;522;p30"/>
          <p:cNvSpPr txBox="1"/>
          <p:nvPr>
            <p:ph idx="19" type="body"/>
          </p:nvPr>
        </p:nvSpPr>
        <p:spPr>
          <a:xfrm>
            <a:off x="3326285" y="4045358"/>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3" name="Google Shape;523;p30"/>
          <p:cNvSpPr txBox="1"/>
          <p:nvPr>
            <p:ph idx="20" type="body"/>
          </p:nvPr>
        </p:nvSpPr>
        <p:spPr>
          <a:xfrm>
            <a:off x="5599996" y="3758972"/>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24" name="Google Shape;524;p30"/>
          <p:cNvSpPr txBox="1"/>
          <p:nvPr>
            <p:ph idx="21" type="body"/>
          </p:nvPr>
        </p:nvSpPr>
        <p:spPr>
          <a:xfrm>
            <a:off x="5599996" y="4024639"/>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pic>
        <p:nvPicPr>
          <p:cNvPr id="525" name="Google Shape;525;p30"/>
          <p:cNvPicPr preferRelativeResize="0"/>
          <p:nvPr/>
        </p:nvPicPr>
        <p:blipFill rotWithShape="1">
          <a:blip r:embed="rId2">
            <a:alphaModFix/>
          </a:blip>
          <a:srcRect b="0" l="0" r="0" t="0"/>
          <a:stretch/>
        </p:blipFill>
        <p:spPr>
          <a:xfrm>
            <a:off x="914602" y="2566307"/>
            <a:ext cx="2538282" cy="1298479"/>
          </a:xfrm>
          <a:prstGeom prst="rect">
            <a:avLst/>
          </a:prstGeom>
          <a:noFill/>
          <a:ln>
            <a:noFill/>
          </a:ln>
        </p:spPr>
      </p:pic>
      <p:pic>
        <p:nvPicPr>
          <p:cNvPr id="526" name="Google Shape;526;p30"/>
          <p:cNvPicPr preferRelativeResize="0"/>
          <p:nvPr/>
        </p:nvPicPr>
        <p:blipFill rotWithShape="1">
          <a:blip r:embed="rId3">
            <a:alphaModFix/>
          </a:blip>
          <a:srcRect b="0" l="0" r="0" t="0"/>
          <a:stretch/>
        </p:blipFill>
        <p:spPr>
          <a:xfrm>
            <a:off x="918760" y="1581506"/>
            <a:ext cx="7431156" cy="2999208"/>
          </a:xfrm>
          <a:prstGeom prst="rect">
            <a:avLst/>
          </a:prstGeom>
          <a:noFill/>
          <a:ln>
            <a:noFill/>
          </a:ln>
        </p:spPr>
      </p:pic>
      <p:sp>
        <p:nvSpPr>
          <p:cNvPr id="527" name="Google Shape;527;p30"/>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528" name="Google Shape;528;p30"/>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529" name="Google Shape;529;p30"/>
          <p:cNvPicPr preferRelativeResize="0"/>
          <p:nvPr/>
        </p:nvPicPr>
        <p:blipFill rotWithShape="1">
          <a:blip r:embed="rId4">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Infographic 2">
  <p:cSld name="Title and Infographic 2">
    <p:spTree>
      <p:nvGrpSpPr>
        <p:cNvPr id="530" name="Shape 530"/>
        <p:cNvGrpSpPr/>
        <p:nvPr/>
      </p:nvGrpSpPr>
      <p:grpSpPr>
        <a:xfrm>
          <a:off x="0" y="0"/>
          <a:ext cx="0" cy="0"/>
          <a:chOff x="0" y="0"/>
          <a:chExt cx="0" cy="0"/>
        </a:xfrm>
      </p:grpSpPr>
      <p:sp>
        <p:nvSpPr>
          <p:cNvPr id="531" name="Google Shape;531;p3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2" name="Google Shape;532;p3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pic>
        <p:nvPicPr>
          <p:cNvPr descr="C:\Users\diyajoseph\Desktop\New folder (3)\Infographics-01-01.png" id="533" name="Google Shape;533;p31"/>
          <p:cNvPicPr preferRelativeResize="0"/>
          <p:nvPr/>
        </p:nvPicPr>
        <p:blipFill rotWithShape="1">
          <a:blip r:embed="rId2">
            <a:alphaModFix/>
          </a:blip>
          <a:srcRect b="0" l="0" r="0" t="0"/>
          <a:stretch/>
        </p:blipFill>
        <p:spPr>
          <a:xfrm>
            <a:off x="4349184" y="1331625"/>
            <a:ext cx="3644856" cy="3644859"/>
          </a:xfrm>
          <a:prstGeom prst="rect">
            <a:avLst/>
          </a:prstGeom>
          <a:noFill/>
          <a:ln>
            <a:noFill/>
          </a:ln>
        </p:spPr>
      </p:pic>
      <p:sp>
        <p:nvSpPr>
          <p:cNvPr id="534" name="Google Shape;534;p31"/>
          <p:cNvSpPr txBox="1"/>
          <p:nvPr>
            <p:ph idx="1" type="body"/>
          </p:nvPr>
        </p:nvSpPr>
        <p:spPr>
          <a:xfrm>
            <a:off x="630238" y="1347788"/>
            <a:ext cx="3182128" cy="2771775"/>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35" name="Google Shape;535;p31"/>
          <p:cNvSpPr txBox="1"/>
          <p:nvPr>
            <p:ph idx="2" type="body"/>
          </p:nvPr>
        </p:nvSpPr>
        <p:spPr>
          <a:xfrm>
            <a:off x="6433953" y="1722104"/>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36" name="Google Shape;536;p31"/>
          <p:cNvSpPr txBox="1"/>
          <p:nvPr>
            <p:ph idx="3" type="body"/>
          </p:nvPr>
        </p:nvSpPr>
        <p:spPr>
          <a:xfrm>
            <a:off x="6433953" y="1987771"/>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37" name="Google Shape;537;p31"/>
          <p:cNvSpPr txBox="1"/>
          <p:nvPr>
            <p:ph idx="4" type="body"/>
          </p:nvPr>
        </p:nvSpPr>
        <p:spPr>
          <a:xfrm>
            <a:off x="4628562" y="3026158"/>
            <a:ext cx="1182772" cy="386646"/>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100"/>
              <a:buFont typeface="Arial"/>
              <a:buNone/>
              <a:defRPr b="1" i="0" sz="11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38" name="Google Shape;538;p31"/>
          <p:cNvSpPr txBox="1"/>
          <p:nvPr>
            <p:ph idx="5" type="body"/>
          </p:nvPr>
        </p:nvSpPr>
        <p:spPr>
          <a:xfrm>
            <a:off x="7003447" y="2783735"/>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39" name="Google Shape;539;p31"/>
          <p:cNvSpPr txBox="1"/>
          <p:nvPr>
            <p:ph idx="6" type="body"/>
          </p:nvPr>
        </p:nvSpPr>
        <p:spPr>
          <a:xfrm>
            <a:off x="7009593" y="3303767"/>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0" name="Google Shape;540;p31"/>
          <p:cNvSpPr txBox="1"/>
          <p:nvPr>
            <p:ph idx="7" type="body"/>
          </p:nvPr>
        </p:nvSpPr>
        <p:spPr>
          <a:xfrm>
            <a:off x="7009593" y="3569434"/>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1" name="Google Shape;541;p31"/>
          <p:cNvSpPr txBox="1"/>
          <p:nvPr>
            <p:ph idx="8" type="body"/>
          </p:nvPr>
        </p:nvSpPr>
        <p:spPr>
          <a:xfrm>
            <a:off x="6433953" y="4034311"/>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2" name="Google Shape;542;p31"/>
          <p:cNvSpPr txBox="1"/>
          <p:nvPr>
            <p:ph idx="9" type="body"/>
          </p:nvPr>
        </p:nvSpPr>
        <p:spPr>
          <a:xfrm>
            <a:off x="6433953" y="4299978"/>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0"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3" name="Google Shape;543;p31"/>
          <p:cNvSpPr txBox="1"/>
          <p:nvPr>
            <p:ph idx="13" type="body"/>
          </p:nvPr>
        </p:nvSpPr>
        <p:spPr>
          <a:xfrm>
            <a:off x="7001132" y="2524953"/>
            <a:ext cx="1331623" cy="211628"/>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200"/>
              <a:buFont typeface="Arial"/>
              <a:buNone/>
              <a:defRPr b="1" i="0" sz="12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44" name="Google Shape;544;p31"/>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pic>
        <p:nvPicPr>
          <p:cNvPr id="545" name="Google Shape;545;p31"/>
          <p:cNvPicPr preferRelativeResize="0"/>
          <p:nvPr/>
        </p:nvPicPr>
        <p:blipFill rotWithShape="1">
          <a:blip r:embed="rId3">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orient="horz" pos="849">
          <p15:clr>
            <a:srgbClr val="FBAE40"/>
          </p15:clr>
        </p15:guide>
        <p15:guide id="3" orient="horz" pos="2663">
          <p15:clr>
            <a:srgbClr val="FBAE40"/>
          </p15:clr>
        </p15:guide>
        <p15:guide id="4" pos="25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Infographic 3">
  <p:cSld name="Title and Infographic 3">
    <p:spTree>
      <p:nvGrpSpPr>
        <p:cNvPr id="546" name="Shape 546"/>
        <p:cNvGrpSpPr/>
        <p:nvPr/>
      </p:nvGrpSpPr>
      <p:grpSpPr>
        <a:xfrm>
          <a:off x="0" y="0"/>
          <a:ext cx="0" cy="0"/>
          <a:chOff x="0" y="0"/>
          <a:chExt cx="0" cy="0"/>
        </a:xfrm>
      </p:grpSpPr>
      <p:sp>
        <p:nvSpPr>
          <p:cNvPr id="547" name="Google Shape;547;p32"/>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8" name="Google Shape;548;p32"/>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549" name="Google Shape;549;p32"/>
          <p:cNvSpPr txBox="1"/>
          <p:nvPr>
            <p:ph idx="1" type="body"/>
          </p:nvPr>
        </p:nvSpPr>
        <p:spPr>
          <a:xfrm>
            <a:off x="2184783" y="1316876"/>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0" name="Google Shape;550;p32"/>
          <p:cNvSpPr txBox="1"/>
          <p:nvPr>
            <p:ph idx="2" type="body"/>
          </p:nvPr>
        </p:nvSpPr>
        <p:spPr>
          <a:xfrm>
            <a:off x="2184783" y="1496505"/>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1" name="Google Shape;551;p32"/>
          <p:cNvSpPr txBox="1"/>
          <p:nvPr>
            <p:ph idx="3" type="body"/>
          </p:nvPr>
        </p:nvSpPr>
        <p:spPr>
          <a:xfrm>
            <a:off x="2184783" y="1708544"/>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2" name="Google Shape;552;p32"/>
          <p:cNvSpPr txBox="1"/>
          <p:nvPr>
            <p:ph idx="4" type="body"/>
          </p:nvPr>
        </p:nvSpPr>
        <p:spPr>
          <a:xfrm>
            <a:off x="1648313" y="2160534"/>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1000"/>
              <a:buFont typeface="Arial"/>
              <a:buNone/>
              <a:defRPr b="1" i="0" sz="10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3" name="Google Shape;553;p32"/>
          <p:cNvSpPr txBox="1"/>
          <p:nvPr>
            <p:ph idx="5" type="body"/>
          </p:nvPr>
        </p:nvSpPr>
        <p:spPr>
          <a:xfrm>
            <a:off x="1648313" y="2340163"/>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4" name="Google Shape;554;p32"/>
          <p:cNvSpPr txBox="1"/>
          <p:nvPr>
            <p:ph idx="6" type="body"/>
          </p:nvPr>
        </p:nvSpPr>
        <p:spPr>
          <a:xfrm>
            <a:off x="1648313" y="2552202"/>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5" name="Google Shape;555;p32"/>
          <p:cNvSpPr txBox="1"/>
          <p:nvPr>
            <p:ph idx="7" type="body"/>
          </p:nvPr>
        </p:nvSpPr>
        <p:spPr>
          <a:xfrm>
            <a:off x="1670695" y="3113991"/>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6" name="Google Shape;556;p32"/>
          <p:cNvSpPr txBox="1"/>
          <p:nvPr>
            <p:ph idx="8" type="body"/>
          </p:nvPr>
        </p:nvSpPr>
        <p:spPr>
          <a:xfrm>
            <a:off x="1670695" y="3293620"/>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7" name="Google Shape;557;p32"/>
          <p:cNvSpPr txBox="1"/>
          <p:nvPr>
            <p:ph idx="9" type="body"/>
          </p:nvPr>
        </p:nvSpPr>
        <p:spPr>
          <a:xfrm>
            <a:off x="1670695" y="3505659"/>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8" name="Google Shape;558;p32"/>
          <p:cNvSpPr txBox="1"/>
          <p:nvPr>
            <p:ph idx="13" type="body"/>
          </p:nvPr>
        </p:nvSpPr>
        <p:spPr>
          <a:xfrm>
            <a:off x="2154251" y="3833167"/>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59" name="Google Shape;559;p32"/>
          <p:cNvSpPr txBox="1"/>
          <p:nvPr>
            <p:ph idx="14" type="body"/>
          </p:nvPr>
        </p:nvSpPr>
        <p:spPr>
          <a:xfrm>
            <a:off x="2154251" y="4012796"/>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0" name="Google Shape;560;p32"/>
          <p:cNvSpPr txBox="1"/>
          <p:nvPr>
            <p:ph idx="15" type="body"/>
          </p:nvPr>
        </p:nvSpPr>
        <p:spPr>
          <a:xfrm>
            <a:off x="2154251" y="4224835"/>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1" name="Google Shape;561;p32"/>
          <p:cNvSpPr txBox="1"/>
          <p:nvPr>
            <p:ph idx="16" type="body"/>
          </p:nvPr>
        </p:nvSpPr>
        <p:spPr>
          <a:xfrm>
            <a:off x="5711844" y="1274684"/>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2" name="Google Shape;562;p32"/>
          <p:cNvSpPr txBox="1"/>
          <p:nvPr>
            <p:ph idx="17" type="body"/>
          </p:nvPr>
        </p:nvSpPr>
        <p:spPr>
          <a:xfrm>
            <a:off x="5711844" y="1454313"/>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3" name="Google Shape;563;p32"/>
          <p:cNvSpPr txBox="1"/>
          <p:nvPr>
            <p:ph idx="18" type="body"/>
          </p:nvPr>
        </p:nvSpPr>
        <p:spPr>
          <a:xfrm>
            <a:off x="5711844" y="1666352"/>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4" name="Google Shape;564;p32"/>
          <p:cNvSpPr txBox="1"/>
          <p:nvPr>
            <p:ph idx="19" type="body"/>
          </p:nvPr>
        </p:nvSpPr>
        <p:spPr>
          <a:xfrm>
            <a:off x="6247590" y="2081713"/>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5" name="Google Shape;565;p32"/>
          <p:cNvSpPr txBox="1"/>
          <p:nvPr>
            <p:ph idx="20" type="body"/>
          </p:nvPr>
        </p:nvSpPr>
        <p:spPr>
          <a:xfrm>
            <a:off x="6247590" y="2261342"/>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6" name="Google Shape;566;p32"/>
          <p:cNvSpPr txBox="1"/>
          <p:nvPr>
            <p:ph idx="21" type="body"/>
          </p:nvPr>
        </p:nvSpPr>
        <p:spPr>
          <a:xfrm>
            <a:off x="6247590" y="2473381"/>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7" name="Google Shape;567;p32"/>
          <p:cNvSpPr txBox="1"/>
          <p:nvPr>
            <p:ph idx="22" type="body"/>
          </p:nvPr>
        </p:nvSpPr>
        <p:spPr>
          <a:xfrm>
            <a:off x="6247590" y="3009669"/>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F1333F"/>
              </a:buClr>
              <a:buSzPts val="1000"/>
              <a:buFont typeface="Arial"/>
              <a:buNone/>
              <a:defRPr b="1" i="0" sz="1000" u="none" cap="none" strike="noStrike">
                <a:solidFill>
                  <a:srgbClr val="F1333F"/>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8" name="Google Shape;568;p32"/>
          <p:cNvSpPr txBox="1"/>
          <p:nvPr>
            <p:ph idx="23" type="body"/>
          </p:nvPr>
        </p:nvSpPr>
        <p:spPr>
          <a:xfrm>
            <a:off x="6247590" y="3189298"/>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69" name="Google Shape;569;p32"/>
          <p:cNvSpPr txBox="1"/>
          <p:nvPr>
            <p:ph idx="24" type="body"/>
          </p:nvPr>
        </p:nvSpPr>
        <p:spPr>
          <a:xfrm>
            <a:off x="6247590" y="3401337"/>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0" name="Google Shape;570;p32"/>
          <p:cNvSpPr txBox="1"/>
          <p:nvPr>
            <p:ph idx="25" type="body"/>
          </p:nvPr>
        </p:nvSpPr>
        <p:spPr>
          <a:xfrm>
            <a:off x="5911033" y="3827718"/>
            <a:ext cx="1331623" cy="148163"/>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000"/>
              <a:buFont typeface="Arial"/>
              <a:buNone/>
              <a:defRPr b="1" i="0" sz="10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1" name="Google Shape;571;p32"/>
          <p:cNvSpPr txBox="1"/>
          <p:nvPr>
            <p:ph idx="26" type="body"/>
          </p:nvPr>
        </p:nvSpPr>
        <p:spPr>
          <a:xfrm>
            <a:off x="5911033" y="4007347"/>
            <a:ext cx="1331623" cy="176979"/>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chemeClr val="dk1"/>
              </a:buClr>
              <a:buSzPts val="800"/>
              <a:buFont typeface="Arial"/>
              <a:buNone/>
              <a:defRPr b="0" i="0" sz="80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572" name="Google Shape;572;p32"/>
          <p:cNvSpPr txBox="1"/>
          <p:nvPr>
            <p:ph idx="27" type="body"/>
          </p:nvPr>
        </p:nvSpPr>
        <p:spPr>
          <a:xfrm>
            <a:off x="5911033" y="4219386"/>
            <a:ext cx="1331623" cy="183595"/>
          </a:xfrm>
          <a:prstGeom prst="rect">
            <a:avLst/>
          </a:prstGeom>
          <a:noFill/>
          <a:ln>
            <a:noFill/>
          </a:ln>
        </p:spPr>
        <p:txBody>
          <a:bodyPr anchorCtr="0" anchor="ctr" bIns="45700" lIns="91425" spcFirstLastPara="1" rIns="91425" wrap="square" tIns="45700"/>
          <a:lstStyle>
            <a:lvl1pPr indent="-228600" lvl="0" marL="457200" marR="0" rtl="0" algn="ctr">
              <a:lnSpc>
                <a:spcPct val="90000"/>
              </a:lnSpc>
              <a:spcBef>
                <a:spcPts val="750"/>
              </a:spcBef>
              <a:spcAft>
                <a:spcPts val="0"/>
              </a:spcAft>
              <a:buClr>
                <a:srgbClr val="989898"/>
              </a:buClr>
              <a:buSzPts val="1600"/>
              <a:buFont typeface="Arial"/>
              <a:buNone/>
              <a:defRPr b="1" i="0" sz="16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grpSp>
        <p:nvGrpSpPr>
          <p:cNvPr id="573" name="Google Shape;573;p32"/>
          <p:cNvGrpSpPr/>
          <p:nvPr/>
        </p:nvGrpSpPr>
        <p:grpSpPr>
          <a:xfrm>
            <a:off x="3064089" y="1322496"/>
            <a:ext cx="3130304" cy="3130304"/>
            <a:chOff x="1725851" y="197234"/>
            <a:chExt cx="4799362" cy="4799363"/>
          </a:xfrm>
        </p:grpSpPr>
        <p:sp>
          <p:nvSpPr>
            <p:cNvPr id="574" name="Google Shape;574;p32"/>
            <p:cNvSpPr/>
            <p:nvPr/>
          </p:nvSpPr>
          <p:spPr>
            <a:xfrm>
              <a:off x="2160294" y="631678"/>
              <a:ext cx="3930473" cy="3930474"/>
            </a:xfrm>
            <a:prstGeom prst="blockArc">
              <a:avLst>
                <a:gd fmla="val 13500000" name="adj1"/>
                <a:gd fmla="val 16200000" name="adj2"/>
                <a:gd fmla="val 3430" name="adj3"/>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32"/>
            <p:cNvSpPr/>
            <p:nvPr/>
          </p:nvSpPr>
          <p:spPr>
            <a:xfrm>
              <a:off x="2160294" y="631678"/>
              <a:ext cx="3930473" cy="3930474"/>
            </a:xfrm>
            <a:prstGeom prst="blockArc">
              <a:avLst>
                <a:gd fmla="val 10800000" name="adj1"/>
                <a:gd fmla="val 13500000" name="adj2"/>
                <a:gd fmla="val 3430" name="adj3"/>
              </a:avLst>
            </a:prstGeom>
            <a:solidFill>
              <a:srgbClr val="9D9D9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32"/>
            <p:cNvSpPr/>
            <p:nvPr/>
          </p:nvSpPr>
          <p:spPr>
            <a:xfrm>
              <a:off x="2160294" y="631678"/>
              <a:ext cx="3930473" cy="3930474"/>
            </a:xfrm>
            <a:prstGeom prst="blockArc">
              <a:avLst>
                <a:gd fmla="val 8100000" name="adj1"/>
                <a:gd fmla="val 10800000" name="adj2"/>
                <a:gd fmla="val 3430" name="adj3"/>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32"/>
            <p:cNvSpPr/>
            <p:nvPr/>
          </p:nvSpPr>
          <p:spPr>
            <a:xfrm>
              <a:off x="2160294" y="631678"/>
              <a:ext cx="3930473" cy="3930474"/>
            </a:xfrm>
            <a:prstGeom prst="blockArc">
              <a:avLst>
                <a:gd fmla="val 5400000" name="adj1"/>
                <a:gd fmla="val 8100000" name="adj2"/>
                <a:gd fmla="val 3430" name="adj3"/>
              </a:avLst>
            </a:prstGeom>
            <a:solidFill>
              <a:srgbClr val="B4B4B4"/>
            </a:solidFill>
            <a:ln cap="flat" cmpd="sng" w="9525">
              <a:solidFill>
                <a:srgbClr val="A8A8A8"/>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alibri"/>
                <a:ea typeface="Calibri"/>
                <a:cs typeface="Calibri"/>
                <a:sym typeface="Calibri"/>
              </a:endParaRPr>
            </a:p>
          </p:txBody>
        </p:sp>
        <p:sp>
          <p:nvSpPr>
            <p:cNvPr id="578" name="Google Shape;578;p32"/>
            <p:cNvSpPr/>
            <p:nvPr/>
          </p:nvSpPr>
          <p:spPr>
            <a:xfrm>
              <a:off x="2160294" y="631678"/>
              <a:ext cx="3930473" cy="3930474"/>
            </a:xfrm>
            <a:prstGeom prst="blockArc">
              <a:avLst>
                <a:gd fmla="val 2700000" name="adj1"/>
                <a:gd fmla="val 5400000" name="adj2"/>
                <a:gd fmla="val 3430" name="adj3"/>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32"/>
            <p:cNvSpPr/>
            <p:nvPr/>
          </p:nvSpPr>
          <p:spPr>
            <a:xfrm>
              <a:off x="2160294" y="631678"/>
              <a:ext cx="3930473" cy="3930474"/>
            </a:xfrm>
            <a:prstGeom prst="blockArc">
              <a:avLst>
                <a:gd fmla="val 0" name="adj1"/>
                <a:gd fmla="val 2700000" name="adj2"/>
                <a:gd fmla="val 3430" name="adj3"/>
              </a:avLst>
            </a:prstGeom>
            <a:solidFill>
              <a:srgbClr val="F632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32"/>
            <p:cNvSpPr/>
            <p:nvPr/>
          </p:nvSpPr>
          <p:spPr>
            <a:xfrm>
              <a:off x="2160294" y="631678"/>
              <a:ext cx="3930473" cy="3930474"/>
            </a:xfrm>
            <a:prstGeom prst="blockArc">
              <a:avLst>
                <a:gd fmla="val 18900000" name="adj1"/>
                <a:gd fmla="val 0" name="adj2"/>
                <a:gd fmla="val 3430" name="adj3"/>
              </a:avLst>
            </a:prstGeom>
            <a:solidFill>
              <a:srgbClr val="CCCC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32"/>
            <p:cNvSpPr/>
            <p:nvPr/>
          </p:nvSpPr>
          <p:spPr>
            <a:xfrm>
              <a:off x="2160294" y="631678"/>
              <a:ext cx="3930473" cy="3930474"/>
            </a:xfrm>
            <a:prstGeom prst="blockArc">
              <a:avLst>
                <a:gd fmla="val 16200000" name="adj1"/>
                <a:gd fmla="val 18900000" name="adj2"/>
                <a:gd fmla="val 3430" name="adj3"/>
              </a:avLst>
            </a:prstGeom>
            <a:solidFill>
              <a:srgbClr val="F632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32"/>
            <p:cNvSpPr/>
            <p:nvPr/>
          </p:nvSpPr>
          <p:spPr>
            <a:xfrm>
              <a:off x="3128723" y="1600108"/>
              <a:ext cx="1993614" cy="1993614"/>
            </a:xfrm>
            <a:custGeom>
              <a:rect b="b" l="l" r="r" t="t"/>
              <a:pathLst>
                <a:path extrusionOk="0" h="1993614" w="1993614">
                  <a:moveTo>
                    <a:pt x="0" y="996807"/>
                  </a:moveTo>
                  <a:cubicBezTo>
                    <a:pt x="0" y="446286"/>
                    <a:pt x="446286" y="0"/>
                    <a:pt x="996807" y="0"/>
                  </a:cubicBezTo>
                  <a:cubicBezTo>
                    <a:pt x="1547328" y="0"/>
                    <a:pt x="1993614" y="446286"/>
                    <a:pt x="1993614" y="996807"/>
                  </a:cubicBezTo>
                  <a:cubicBezTo>
                    <a:pt x="1993614" y="1547328"/>
                    <a:pt x="1547328" y="1993614"/>
                    <a:pt x="996807" y="1993614"/>
                  </a:cubicBezTo>
                  <a:cubicBezTo>
                    <a:pt x="446286" y="1993614"/>
                    <a:pt x="0" y="1547328"/>
                    <a:pt x="0" y="996807"/>
                  </a:cubicBezTo>
                  <a:close/>
                </a:path>
              </a:pathLst>
            </a:custGeom>
            <a:noFill/>
            <a:ln cap="flat" cmpd="sng" w="50800">
              <a:solidFill>
                <a:srgbClr val="4C4C4C"/>
              </a:solidFill>
              <a:prstDash val="solid"/>
              <a:miter lim="800000"/>
              <a:headEnd len="sm" w="sm" type="none"/>
              <a:tailEnd len="sm" w="sm" type="none"/>
            </a:ln>
            <a:effectLst>
              <a:outerShdw blurRad="50800" rotWithShape="0" algn="tr" dir="8100000" dist="38100">
                <a:srgbClr val="000000">
                  <a:alpha val="40000"/>
                </a:srgbClr>
              </a:outerShdw>
            </a:effectLst>
          </p:spPr>
          <p:txBody>
            <a:bodyPr anchorCtr="0" anchor="ctr" bIns="307175" lIns="307175" spcFirstLastPara="1" rIns="307175" wrap="square" tIns="307175">
              <a:noAutofit/>
            </a:bodyPr>
            <a:lstStyle/>
            <a:p>
              <a:pPr indent="0" lvl="0" marL="0" marR="0" rtl="0" algn="ctr">
                <a:lnSpc>
                  <a:spcPct val="90000"/>
                </a:lnSpc>
                <a:spcBef>
                  <a:spcPts val="0"/>
                </a:spcBef>
                <a:spcAft>
                  <a:spcPts val="0"/>
                </a:spcAft>
                <a:buNone/>
              </a:pPr>
              <a:r>
                <a:t/>
              </a:r>
              <a:endParaRPr sz="1200">
                <a:solidFill>
                  <a:srgbClr val="4C4C4C"/>
                </a:solidFill>
                <a:latin typeface="Roboto"/>
                <a:ea typeface="Roboto"/>
                <a:cs typeface="Roboto"/>
                <a:sym typeface="Roboto"/>
              </a:endParaRPr>
            </a:p>
          </p:txBody>
        </p:sp>
        <p:sp>
          <p:nvSpPr>
            <p:cNvPr id="583" name="Google Shape;583;p32"/>
            <p:cNvSpPr/>
            <p:nvPr/>
          </p:nvSpPr>
          <p:spPr>
            <a:xfrm>
              <a:off x="3657379" y="19723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F6323E"/>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None/>
              </a:pPr>
              <a:r>
                <a:t/>
              </a:r>
              <a:endParaRPr sz="2100">
                <a:solidFill>
                  <a:schemeClr val="lt1"/>
                </a:solidFill>
                <a:latin typeface="Calibri"/>
                <a:ea typeface="Calibri"/>
                <a:cs typeface="Calibri"/>
                <a:sym typeface="Calibri"/>
              </a:endParaRPr>
            </a:p>
          </p:txBody>
        </p:sp>
        <p:sp>
          <p:nvSpPr>
            <p:cNvPr id="584" name="Google Shape;584;p32"/>
            <p:cNvSpPr/>
            <p:nvPr/>
          </p:nvSpPr>
          <p:spPr>
            <a:xfrm>
              <a:off x="5023178" y="762966"/>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CCCCCC"/>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None/>
              </a:pPr>
              <a:r>
                <a:t/>
              </a:r>
              <a:endParaRPr sz="2100">
                <a:solidFill>
                  <a:schemeClr val="lt1"/>
                </a:solidFill>
                <a:latin typeface="Calibri"/>
                <a:ea typeface="Calibri"/>
                <a:cs typeface="Calibri"/>
                <a:sym typeface="Calibri"/>
              </a:endParaRPr>
            </a:p>
          </p:txBody>
        </p:sp>
        <p:sp>
          <p:nvSpPr>
            <p:cNvPr id="585" name="Google Shape;585;p32"/>
            <p:cNvSpPr/>
            <p:nvPr/>
          </p:nvSpPr>
          <p:spPr>
            <a:xfrm>
              <a:off x="5588911" y="21287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F6323E"/>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None/>
              </a:pPr>
              <a:r>
                <a:t/>
              </a:r>
              <a:endParaRPr sz="2100">
                <a:solidFill>
                  <a:schemeClr val="lt1"/>
                </a:solidFill>
                <a:latin typeface="Calibri"/>
                <a:ea typeface="Calibri"/>
                <a:cs typeface="Calibri"/>
                <a:sym typeface="Calibri"/>
              </a:endParaRPr>
            </a:p>
          </p:txBody>
        </p:sp>
        <p:sp>
          <p:nvSpPr>
            <p:cNvPr id="586" name="Google Shape;586;p32"/>
            <p:cNvSpPr/>
            <p:nvPr/>
          </p:nvSpPr>
          <p:spPr>
            <a:xfrm>
              <a:off x="5023177" y="3494562"/>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9D9D9D"/>
              </a:solidFill>
              <a:prstDash val="solid"/>
              <a:miter lim="800000"/>
              <a:headEnd len="sm" w="sm" type="none"/>
              <a:tailEnd len="sm" w="sm" type="none"/>
            </a:ln>
          </p:spPr>
          <p:txBody>
            <a:bodyPr anchorCtr="0" anchor="ctr" bIns="163775" lIns="163775" spcFirstLastPara="1" rIns="163775" wrap="square" tIns="163775">
              <a:noAutofit/>
            </a:bodyPr>
            <a:lstStyle/>
            <a:p>
              <a:pPr indent="0" lvl="0" marL="0" marR="0" rtl="0" algn="ctr">
                <a:lnSpc>
                  <a:spcPct val="90000"/>
                </a:lnSpc>
                <a:spcBef>
                  <a:spcPts val="0"/>
                </a:spcBef>
                <a:spcAft>
                  <a:spcPts val="0"/>
                </a:spcAft>
                <a:buNone/>
              </a:pPr>
              <a:r>
                <a:t/>
              </a:r>
              <a:endParaRPr sz="2100">
                <a:solidFill>
                  <a:schemeClr val="lt1"/>
                </a:solidFill>
                <a:latin typeface="Calibri"/>
                <a:ea typeface="Calibri"/>
                <a:cs typeface="Calibri"/>
                <a:sym typeface="Calibri"/>
              </a:endParaRPr>
            </a:p>
          </p:txBody>
        </p:sp>
        <p:sp>
          <p:nvSpPr>
            <p:cNvPr id="587" name="Google Shape;587;p32"/>
            <p:cNvSpPr/>
            <p:nvPr/>
          </p:nvSpPr>
          <p:spPr>
            <a:xfrm>
              <a:off x="3657379" y="4060295"/>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F6323E"/>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None/>
              </a:pPr>
              <a:r>
                <a:t/>
              </a:r>
              <a:endParaRPr sz="4000">
                <a:solidFill>
                  <a:schemeClr val="lt1"/>
                </a:solidFill>
                <a:latin typeface="Calibri"/>
                <a:ea typeface="Calibri"/>
                <a:cs typeface="Calibri"/>
                <a:sym typeface="Calibri"/>
              </a:endParaRPr>
            </a:p>
          </p:txBody>
        </p:sp>
        <p:sp>
          <p:nvSpPr>
            <p:cNvPr id="588" name="Google Shape;588;p32"/>
            <p:cNvSpPr/>
            <p:nvPr/>
          </p:nvSpPr>
          <p:spPr>
            <a:xfrm>
              <a:off x="2291582" y="34945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rgbClr val="A8A8A8"/>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None/>
              </a:pPr>
              <a:r>
                <a:t/>
              </a:r>
              <a:endParaRPr sz="4000">
                <a:solidFill>
                  <a:schemeClr val="lt1"/>
                </a:solidFill>
                <a:latin typeface="Calibri"/>
                <a:ea typeface="Calibri"/>
                <a:cs typeface="Calibri"/>
                <a:sym typeface="Calibri"/>
              </a:endParaRPr>
            </a:p>
          </p:txBody>
        </p:sp>
        <p:sp>
          <p:nvSpPr>
            <p:cNvPr id="589" name="Google Shape;589;p32"/>
            <p:cNvSpPr/>
            <p:nvPr/>
          </p:nvSpPr>
          <p:spPr>
            <a:xfrm>
              <a:off x="1725851" y="2128764"/>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1F1F2"/>
            </a:solidFill>
            <a:ln cap="flat" cmpd="sng" w="57150">
              <a:solidFill>
                <a:schemeClr val="dk1"/>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None/>
              </a:pPr>
              <a:r>
                <a:t/>
              </a:r>
              <a:endParaRPr sz="4000">
                <a:solidFill>
                  <a:schemeClr val="lt1"/>
                </a:solidFill>
                <a:latin typeface="Calibri"/>
                <a:ea typeface="Calibri"/>
                <a:cs typeface="Calibri"/>
                <a:sym typeface="Calibri"/>
              </a:endParaRPr>
            </a:p>
          </p:txBody>
        </p:sp>
        <p:sp>
          <p:nvSpPr>
            <p:cNvPr id="590" name="Google Shape;590;p32"/>
            <p:cNvSpPr/>
            <p:nvPr/>
          </p:nvSpPr>
          <p:spPr>
            <a:xfrm>
              <a:off x="2291581" y="762965"/>
              <a:ext cx="936302" cy="936302"/>
            </a:xfrm>
            <a:custGeom>
              <a:rect b="b" l="l" r="r" t="t"/>
              <a:pathLst>
                <a:path extrusionOk="0" h="936302" w="936302">
                  <a:moveTo>
                    <a:pt x="0" y="468151"/>
                  </a:moveTo>
                  <a:cubicBezTo>
                    <a:pt x="0" y="209598"/>
                    <a:pt x="209598" y="0"/>
                    <a:pt x="468151" y="0"/>
                  </a:cubicBezTo>
                  <a:cubicBezTo>
                    <a:pt x="726704" y="0"/>
                    <a:pt x="936302" y="209598"/>
                    <a:pt x="936302" y="468151"/>
                  </a:cubicBezTo>
                  <a:cubicBezTo>
                    <a:pt x="936302" y="726704"/>
                    <a:pt x="726704" y="936302"/>
                    <a:pt x="468151" y="936302"/>
                  </a:cubicBezTo>
                  <a:cubicBezTo>
                    <a:pt x="209598" y="936302"/>
                    <a:pt x="0" y="726704"/>
                    <a:pt x="0" y="468151"/>
                  </a:cubicBezTo>
                  <a:close/>
                </a:path>
              </a:pathLst>
            </a:custGeom>
            <a:solidFill>
              <a:srgbClr val="F7F7F7"/>
            </a:solidFill>
            <a:ln cap="flat" cmpd="sng" w="57150">
              <a:solidFill>
                <a:srgbClr val="989898"/>
              </a:solidFill>
              <a:prstDash val="solid"/>
              <a:miter lim="800000"/>
              <a:headEnd len="sm" w="sm" type="none"/>
              <a:tailEnd len="sm" w="sm" type="none"/>
            </a:ln>
          </p:spPr>
          <p:txBody>
            <a:bodyPr anchorCtr="0" anchor="ctr" bIns="187900" lIns="187900" spcFirstLastPara="1" rIns="187900" wrap="square" tIns="187900">
              <a:noAutofit/>
            </a:bodyPr>
            <a:lstStyle/>
            <a:p>
              <a:pPr indent="0" lvl="0" marL="0" marR="0" rtl="0" algn="ctr">
                <a:lnSpc>
                  <a:spcPct val="90000"/>
                </a:lnSpc>
                <a:spcBef>
                  <a:spcPts val="0"/>
                </a:spcBef>
                <a:spcAft>
                  <a:spcPts val="0"/>
                </a:spcAft>
                <a:buNone/>
              </a:pPr>
              <a:r>
                <a:t/>
              </a:r>
              <a:endParaRPr sz="4000">
                <a:solidFill>
                  <a:schemeClr val="lt1"/>
                </a:solidFill>
                <a:latin typeface="Calibri"/>
                <a:ea typeface="Calibri"/>
                <a:cs typeface="Calibri"/>
                <a:sym typeface="Calibri"/>
              </a:endParaRPr>
            </a:p>
          </p:txBody>
        </p:sp>
      </p:grpSp>
      <p:pic>
        <p:nvPicPr>
          <p:cNvPr id="591" name="Google Shape;591;p32"/>
          <p:cNvPicPr preferRelativeResize="0"/>
          <p:nvPr/>
        </p:nvPicPr>
        <p:blipFill rotWithShape="1">
          <a:blip r:embed="rId2">
            <a:alphaModFix/>
          </a:blip>
          <a:srcRect b="0" l="0" r="0" t="0"/>
          <a:stretch/>
        </p:blipFill>
        <p:spPr>
          <a:xfrm>
            <a:off x="3906518" y="1572770"/>
            <a:ext cx="365816" cy="365816"/>
          </a:xfrm>
          <a:prstGeom prst="rect">
            <a:avLst/>
          </a:prstGeom>
          <a:noFill/>
          <a:ln>
            <a:noFill/>
          </a:ln>
        </p:spPr>
      </p:pic>
      <p:pic>
        <p:nvPicPr>
          <p:cNvPr id="592" name="Google Shape;592;p32"/>
          <p:cNvPicPr preferRelativeResize="0"/>
          <p:nvPr/>
        </p:nvPicPr>
        <p:blipFill rotWithShape="1">
          <a:blip r:embed="rId3">
            <a:alphaModFix/>
          </a:blip>
          <a:srcRect b="0" l="0" r="0" t="0"/>
          <a:stretch/>
        </p:blipFill>
        <p:spPr>
          <a:xfrm>
            <a:off x="4972122" y="3840710"/>
            <a:ext cx="365816" cy="365816"/>
          </a:xfrm>
          <a:prstGeom prst="rect">
            <a:avLst/>
          </a:prstGeom>
          <a:noFill/>
          <a:ln>
            <a:noFill/>
          </a:ln>
        </p:spPr>
      </p:pic>
      <p:pic>
        <p:nvPicPr>
          <p:cNvPr id="593" name="Google Shape;593;p32"/>
          <p:cNvPicPr preferRelativeResize="0"/>
          <p:nvPr/>
        </p:nvPicPr>
        <p:blipFill rotWithShape="1">
          <a:blip r:embed="rId4">
            <a:alphaModFix/>
          </a:blip>
          <a:srcRect b="0" l="0" r="0" t="0"/>
          <a:stretch/>
        </p:blipFill>
        <p:spPr>
          <a:xfrm>
            <a:off x="3285784" y="3229619"/>
            <a:ext cx="365816" cy="365816"/>
          </a:xfrm>
          <a:prstGeom prst="rect">
            <a:avLst/>
          </a:prstGeom>
          <a:noFill/>
          <a:ln>
            <a:noFill/>
          </a:ln>
        </p:spPr>
      </p:pic>
      <p:pic>
        <p:nvPicPr>
          <p:cNvPr id="594" name="Google Shape;594;p32"/>
          <p:cNvPicPr preferRelativeResize="0"/>
          <p:nvPr/>
        </p:nvPicPr>
        <p:blipFill rotWithShape="1">
          <a:blip r:embed="rId5">
            <a:alphaModFix/>
          </a:blip>
          <a:srcRect b="0" l="0" r="0" t="0"/>
          <a:stretch/>
        </p:blipFill>
        <p:spPr>
          <a:xfrm>
            <a:off x="3260129" y="2284117"/>
            <a:ext cx="365816" cy="365816"/>
          </a:xfrm>
          <a:prstGeom prst="rect">
            <a:avLst/>
          </a:prstGeom>
          <a:noFill/>
          <a:ln>
            <a:noFill/>
          </a:ln>
        </p:spPr>
      </p:pic>
      <p:pic>
        <p:nvPicPr>
          <p:cNvPr id="595" name="Google Shape;595;p32"/>
          <p:cNvPicPr preferRelativeResize="0"/>
          <p:nvPr/>
        </p:nvPicPr>
        <p:blipFill rotWithShape="1">
          <a:blip r:embed="rId6">
            <a:alphaModFix/>
          </a:blip>
          <a:srcRect b="0" l="0" r="0" t="0"/>
          <a:stretch/>
        </p:blipFill>
        <p:spPr>
          <a:xfrm>
            <a:off x="4871063" y="1518775"/>
            <a:ext cx="365816" cy="365816"/>
          </a:xfrm>
          <a:prstGeom prst="rect">
            <a:avLst/>
          </a:prstGeom>
          <a:noFill/>
          <a:ln>
            <a:noFill/>
          </a:ln>
        </p:spPr>
      </p:pic>
      <p:pic>
        <p:nvPicPr>
          <p:cNvPr id="596" name="Google Shape;596;p32"/>
          <p:cNvPicPr preferRelativeResize="0"/>
          <p:nvPr/>
        </p:nvPicPr>
        <p:blipFill rotWithShape="1">
          <a:blip r:embed="rId7">
            <a:alphaModFix/>
          </a:blip>
          <a:srcRect b="0" l="0" r="0" t="0"/>
          <a:stretch/>
        </p:blipFill>
        <p:spPr>
          <a:xfrm>
            <a:off x="5606880" y="2182634"/>
            <a:ext cx="365816" cy="365816"/>
          </a:xfrm>
          <a:prstGeom prst="rect">
            <a:avLst/>
          </a:prstGeom>
          <a:noFill/>
          <a:ln>
            <a:noFill/>
          </a:ln>
        </p:spPr>
      </p:pic>
      <p:pic>
        <p:nvPicPr>
          <p:cNvPr id="597" name="Google Shape;597;p32"/>
          <p:cNvPicPr preferRelativeResize="0"/>
          <p:nvPr/>
        </p:nvPicPr>
        <p:blipFill rotWithShape="1">
          <a:blip r:embed="rId8">
            <a:alphaModFix/>
          </a:blip>
          <a:srcRect b="0" l="0" r="0" t="0"/>
          <a:stretch/>
        </p:blipFill>
        <p:spPr>
          <a:xfrm>
            <a:off x="5641355" y="3145032"/>
            <a:ext cx="365816" cy="365816"/>
          </a:xfrm>
          <a:prstGeom prst="rect">
            <a:avLst/>
          </a:prstGeom>
          <a:noFill/>
          <a:ln>
            <a:noFill/>
          </a:ln>
        </p:spPr>
      </p:pic>
      <p:pic>
        <p:nvPicPr>
          <p:cNvPr id="598" name="Google Shape;598;p32"/>
          <p:cNvPicPr preferRelativeResize="0"/>
          <p:nvPr/>
        </p:nvPicPr>
        <p:blipFill rotWithShape="1">
          <a:blip r:embed="rId9">
            <a:alphaModFix/>
          </a:blip>
          <a:srcRect b="0" l="0" r="0" t="0"/>
          <a:stretch/>
        </p:blipFill>
        <p:spPr>
          <a:xfrm>
            <a:off x="4014639" y="3877794"/>
            <a:ext cx="365816" cy="365816"/>
          </a:xfrm>
          <a:prstGeom prst="rect">
            <a:avLst/>
          </a:prstGeom>
          <a:noFill/>
          <a:ln>
            <a:noFill/>
          </a:ln>
        </p:spPr>
      </p:pic>
      <p:sp>
        <p:nvSpPr>
          <p:cNvPr id="599" name="Google Shape;599;p32"/>
          <p:cNvSpPr txBox="1"/>
          <p:nvPr>
            <p:ph idx="28" type="body"/>
          </p:nvPr>
        </p:nvSpPr>
        <p:spPr>
          <a:xfrm>
            <a:off x="4052675" y="2723156"/>
            <a:ext cx="1182772" cy="386646"/>
          </a:xfrm>
          <a:prstGeom prst="rect">
            <a:avLst/>
          </a:prstGeom>
          <a:noFill/>
          <a:ln>
            <a:noFill/>
          </a:ln>
        </p:spPr>
        <p:txBody>
          <a:bodyPr anchorCtr="0" anchor="t" bIns="45700" lIns="91425" spcFirstLastPara="1" rIns="91425" wrap="square" tIns="45700"/>
          <a:lstStyle>
            <a:lvl1pPr indent="-228600" lvl="0" marL="457200" marR="0" rtl="0" algn="ctr">
              <a:lnSpc>
                <a:spcPct val="90000"/>
              </a:lnSpc>
              <a:spcBef>
                <a:spcPts val="750"/>
              </a:spcBef>
              <a:spcAft>
                <a:spcPts val="0"/>
              </a:spcAft>
              <a:buClr>
                <a:srgbClr val="989898"/>
              </a:buClr>
              <a:buSzPts val="1100"/>
              <a:buFont typeface="Arial"/>
              <a:buNone/>
              <a:defRPr b="1" i="0" sz="1100" u="none" cap="none" strike="noStrike">
                <a:solidFill>
                  <a:srgbClr val="989898"/>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00" name="Google Shape;600;p32"/>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601" name="Google Shape;601;p32"/>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02" name="Google Shape;602;p32"/>
          <p:cNvPicPr preferRelativeResize="0"/>
          <p:nvPr/>
        </p:nvPicPr>
        <p:blipFill rotWithShape="1">
          <a:blip r:embed="rId10">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9_Custom Layout">
  <p:cSld name="9_Custom Layout">
    <p:spTree>
      <p:nvGrpSpPr>
        <p:cNvPr id="603" name="Shape 603"/>
        <p:cNvGrpSpPr/>
        <p:nvPr/>
      </p:nvGrpSpPr>
      <p:grpSpPr>
        <a:xfrm>
          <a:off x="0" y="0"/>
          <a:ext cx="0" cy="0"/>
          <a:chOff x="0" y="0"/>
          <a:chExt cx="0" cy="0"/>
        </a:xfrm>
      </p:grpSpPr>
      <p:sp>
        <p:nvSpPr>
          <p:cNvPr id="604" name="Google Shape;604;p33"/>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5" name="Google Shape;605;p33"/>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
        <p:nvSpPr>
          <p:cNvPr id="606" name="Google Shape;606;p33"/>
          <p:cNvSpPr txBox="1"/>
          <p:nvPr>
            <p:ph idx="1" type="body"/>
          </p:nvPr>
        </p:nvSpPr>
        <p:spPr>
          <a:xfrm>
            <a:off x="630238" y="1455738"/>
            <a:ext cx="2933700" cy="3060700"/>
          </a:xfrm>
          <a:prstGeom prst="rect">
            <a:avLst/>
          </a:prstGeom>
          <a:noFill/>
          <a:ln>
            <a:noFill/>
          </a:ln>
        </p:spPr>
        <p:txBody>
          <a:bodyPr anchorCtr="0" anchor="t" bIns="45700" lIns="91425" spcFirstLastPara="1" rIns="91425" wrap="square" tIns="45700"/>
          <a:lstStyle>
            <a:lvl1pPr indent="-228600" lvl="0" marL="457200" marR="0" rtl="0" algn="l">
              <a:lnSpc>
                <a:spcPct val="90000"/>
              </a:lnSpc>
              <a:spcBef>
                <a:spcPts val="750"/>
              </a:spcBef>
              <a:spcAft>
                <a:spcPts val="0"/>
              </a:spcAft>
              <a:buClr>
                <a:schemeClr val="dk1"/>
              </a:buClr>
              <a:buSzPts val="1820"/>
              <a:buFont typeface="Arial"/>
              <a:buNone/>
              <a:defRPr b="0" i="0" sz="1820" u="none" cap="none" strike="noStrike">
                <a:solidFill>
                  <a:schemeClr val="dk1"/>
                </a:solidFill>
                <a:latin typeface="Proxima Nova"/>
                <a:ea typeface="Proxima Nova"/>
                <a:cs typeface="Proxima Nova"/>
                <a:sym typeface="Proxima Nova"/>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07" name="Google Shape;607;p33"/>
          <p:cNvSpPr/>
          <p:nvPr>
            <p:ph idx="2" type="chart"/>
          </p:nvPr>
        </p:nvSpPr>
        <p:spPr>
          <a:xfrm>
            <a:off x="3676650" y="1466850"/>
            <a:ext cx="4845050" cy="3048000"/>
          </a:xfrm>
          <a:prstGeom prst="rect">
            <a:avLst/>
          </a:prstGeom>
          <a:noFill/>
          <a:ln>
            <a:noFill/>
          </a:ln>
        </p:spPr>
        <p:txBody>
          <a:bodyPr anchorCtr="0" anchor="t" bIns="45700" lIns="91425" spcFirstLastPara="1" rIns="91425" wrap="square" tIns="45700"/>
          <a:lstStyle>
            <a:lvl1pPr lvl="0" marR="0" rtl="0" algn="l">
              <a:lnSpc>
                <a:spcPct val="90000"/>
              </a:lnSpc>
              <a:spcBef>
                <a:spcPts val="750"/>
              </a:spcBef>
              <a:spcAft>
                <a:spcPts val="0"/>
              </a:spcAft>
              <a:buClr>
                <a:schemeClr val="dk1"/>
              </a:buClr>
              <a:buSzPts val="1100"/>
              <a:buFont typeface="Arial"/>
              <a:buNone/>
              <a:defRPr b="0" i="0" sz="1100" u="none" cap="none" strike="noStrike">
                <a:solidFill>
                  <a:schemeClr val="dk1"/>
                </a:solidFill>
                <a:latin typeface="Proxima Nova"/>
                <a:ea typeface="Proxima Nova"/>
                <a:cs typeface="Proxima Nova"/>
                <a:sym typeface="Proxima Nova"/>
              </a:defRPr>
            </a:lvl1pPr>
            <a:lvl2pPr lvl="1"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lvl="4"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lvl="5"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lvl="6"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lvl="7"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lvl="8"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608" name="Google Shape;608;p33"/>
          <p:cNvSpPr/>
          <p:nvPr/>
        </p:nvSpPr>
        <p:spPr>
          <a:xfrm>
            <a:off x="0" y="0"/>
            <a:ext cx="9144000" cy="636862"/>
          </a:xfrm>
          <a:prstGeom prst="rect">
            <a:avLst/>
          </a:prstGeom>
          <a:solidFill>
            <a:srgbClr val="F5333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013">
              <a:solidFill>
                <a:schemeClr val="lt1"/>
              </a:solidFill>
              <a:latin typeface="Calibri"/>
              <a:ea typeface="Calibri"/>
              <a:cs typeface="Calibri"/>
              <a:sym typeface="Calibri"/>
            </a:endParaRPr>
          </a:p>
        </p:txBody>
      </p:sp>
      <p:sp>
        <p:nvSpPr>
          <p:cNvPr id="609" name="Google Shape;609;p33"/>
          <p:cNvSpPr txBox="1"/>
          <p:nvPr>
            <p:ph type="title"/>
          </p:nvPr>
        </p:nvSpPr>
        <p:spPr>
          <a:xfrm>
            <a:off x="316679" y="121966"/>
            <a:ext cx="3735903" cy="382564"/>
          </a:xfrm>
          <a:prstGeom prst="rect">
            <a:avLst/>
          </a:prstGeom>
          <a:noFill/>
          <a:ln>
            <a:noFill/>
          </a:ln>
        </p:spPr>
        <p:txBody>
          <a:bodyPr anchorCtr="0" anchor="ctr" bIns="45700" lIns="91425" spcFirstLastPara="1" rIns="91425" wrap="square" tIns="45700"/>
          <a:lstStyle>
            <a:lvl1pPr lvl="0" algn="l">
              <a:lnSpc>
                <a:spcPct val="90000"/>
              </a:lnSpc>
              <a:spcBef>
                <a:spcPts val="0"/>
              </a:spcBef>
              <a:spcAft>
                <a:spcPts val="0"/>
              </a:spcAft>
              <a:buClr>
                <a:schemeClr val="lt1"/>
              </a:buClr>
              <a:buSzPts val="2400"/>
              <a:buFont typeface="Proxima Nova"/>
              <a:buNone/>
              <a:defRPr b="0" i="0" sz="2400">
                <a:solidFill>
                  <a:schemeClr val="lt1"/>
                </a:solidFill>
                <a:latin typeface="Proxima Nova"/>
                <a:ea typeface="Proxima Nova"/>
                <a:cs typeface="Proxima Nova"/>
                <a:sym typeface="Proxima Nov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10" name="Google Shape;610;p33"/>
          <p:cNvPicPr preferRelativeResize="0"/>
          <p:nvPr/>
        </p:nvPicPr>
        <p:blipFill rotWithShape="1">
          <a:blip r:embed="rId2">
            <a:alphaModFix/>
          </a:blip>
          <a:srcRect b="0" l="0" r="0" t="0"/>
          <a:stretch/>
        </p:blipFill>
        <p:spPr>
          <a:xfrm>
            <a:off x="7929288" y="210064"/>
            <a:ext cx="813630" cy="217218"/>
          </a:xfrm>
          <a:prstGeom prst="rect">
            <a:avLst/>
          </a:prstGeom>
          <a:noFill/>
          <a:ln>
            <a:noFill/>
          </a:ln>
        </p:spPr>
      </p:pic>
    </p:spTree>
  </p:cSld>
  <p:clrMapOvr>
    <a:masterClrMapping/>
  </p:clrMapOvr>
  <p:extLst>
    <p:ext uri="{DCECCB84-F9BA-43D5-87BE-67443E8EF086}">
      <p15:sldGuideLst>
        <p15:guide id="1" orient="horz" pos="395">
          <p15:clr>
            <a:srgbClr val="FBAE40"/>
          </p15:clr>
        </p15:guide>
        <p15:guide id="2" pos="2245">
          <p15:clr>
            <a:srgbClr val="FBAE40"/>
          </p15:clr>
        </p15:guide>
        <p15:guide id="3" orient="horz" pos="917">
          <p15:clr>
            <a:srgbClr val="FBAE40"/>
          </p15:clr>
        </p15:guide>
        <p15:guide id="4" orient="horz" pos="2845">
          <p15:clr>
            <a:srgbClr val="FBAE40"/>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5" Type="http://schemas.openxmlformats.org/officeDocument/2006/relationships/slideLayout" Target="../slideLayouts/slideLayout4.xml"/><Relationship Id="rId6" Type="http://schemas.openxmlformats.org/officeDocument/2006/relationships/slideLayout" Target="../slideLayouts/slideLayout5.xml"/><Relationship Id="rId29" Type="http://schemas.openxmlformats.org/officeDocument/2006/relationships/slideLayout" Target="../slideLayouts/slideLayout28.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11" Type="http://schemas.openxmlformats.org/officeDocument/2006/relationships/slideLayout" Target="../slideLayouts/slideLayout10.xml"/><Relationship Id="rId33" Type="http://schemas.openxmlformats.org/officeDocument/2006/relationships/slideLayout" Target="../slideLayouts/slideLayout32.xml"/><Relationship Id="rId10" Type="http://schemas.openxmlformats.org/officeDocument/2006/relationships/slideLayout" Target="../slideLayouts/slideLayout9.xml"/><Relationship Id="rId32" Type="http://schemas.openxmlformats.org/officeDocument/2006/relationships/slideLayout" Target="../slideLayouts/slideLayout31.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34" Type="http://schemas.openxmlformats.org/officeDocument/2006/relationships/theme" Target="../theme/theme2.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30238" y="544498"/>
            <a:ext cx="6196824" cy="569927"/>
          </a:xfrm>
          <a:prstGeom prst="rect">
            <a:avLst/>
          </a:prstGeom>
          <a:noFill/>
          <a:ln>
            <a:noFill/>
          </a:ln>
        </p:spPr>
        <p:txBody>
          <a:bodyPr anchorCtr="0" anchor="ctr" bIns="45700" lIns="91425" spcFirstLastPara="1" rIns="91425" wrap="square" tIns="45700"/>
          <a:lstStyle>
            <a:lvl1pPr lvl="0" marR="0" rtl="0" algn="l">
              <a:lnSpc>
                <a:spcPct val="9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0" type="dt"/>
          </p:nvPr>
        </p:nvSpPr>
        <p:spPr>
          <a:xfrm>
            <a:off x="628650" y="4767263"/>
            <a:ext cx="2057400" cy="273844"/>
          </a:xfrm>
          <a:prstGeom prst="rect">
            <a:avLst/>
          </a:prstGeom>
          <a:noFill/>
          <a:ln>
            <a:noFill/>
          </a:ln>
        </p:spPr>
        <p:txBody>
          <a:bodyPr anchorCtr="0" anchor="ctr" bIns="45700" lIns="91425" spcFirstLastPara="1" rIns="91425" wrap="square" tIns="45700"/>
          <a:lstStyle>
            <a:lvl1pPr lvl="0" marR="0" rtl="0" algn="l">
              <a:spcBef>
                <a:spcPts val="0"/>
              </a:spcBef>
              <a:spcAft>
                <a:spcPts val="0"/>
              </a:spcAft>
              <a:buSzPts val="1400"/>
              <a:buNone/>
              <a:defRPr b="0" i="0" sz="900" u="none" cap="none" strike="noStrike">
                <a:solidFill>
                  <a:srgbClr val="888888"/>
                </a:solidFill>
                <a:latin typeface="Proxima Nova"/>
                <a:ea typeface="Proxima Nova"/>
                <a:cs typeface="Proxima Nova"/>
                <a:sym typeface="Proxima Nova"/>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2" type="sldNum"/>
          </p:nvPr>
        </p:nvSpPr>
        <p:spPr>
          <a:xfrm>
            <a:off x="6457950" y="4767263"/>
            <a:ext cx="2057400" cy="27384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Proxima Nova"/>
                <a:ea typeface="Proxima Nova"/>
                <a:cs typeface="Proxima Nova"/>
                <a:sym typeface="Proxima Nova"/>
              </a:defRPr>
            </a:lvl1pPr>
            <a:lvl2pPr indent="0" lvl="1" marL="0" marR="0" rtl="0" algn="r">
              <a:spcBef>
                <a:spcPts val="0"/>
              </a:spcBef>
              <a:buNone/>
              <a:defRPr b="0" i="0" sz="900" u="none" cap="none" strike="noStrike">
                <a:solidFill>
                  <a:srgbClr val="888888"/>
                </a:solidFill>
                <a:latin typeface="Proxima Nova"/>
                <a:ea typeface="Proxima Nova"/>
                <a:cs typeface="Proxima Nova"/>
                <a:sym typeface="Proxima Nova"/>
              </a:defRPr>
            </a:lvl2pPr>
            <a:lvl3pPr indent="0" lvl="2" marL="0" marR="0" rtl="0" algn="r">
              <a:spcBef>
                <a:spcPts val="0"/>
              </a:spcBef>
              <a:buNone/>
              <a:defRPr b="0" i="0" sz="900" u="none" cap="none" strike="noStrike">
                <a:solidFill>
                  <a:srgbClr val="888888"/>
                </a:solidFill>
                <a:latin typeface="Proxima Nova"/>
                <a:ea typeface="Proxima Nova"/>
                <a:cs typeface="Proxima Nova"/>
                <a:sym typeface="Proxima Nova"/>
              </a:defRPr>
            </a:lvl3pPr>
            <a:lvl4pPr indent="0" lvl="3" marL="0" marR="0" rtl="0" algn="r">
              <a:spcBef>
                <a:spcPts val="0"/>
              </a:spcBef>
              <a:buNone/>
              <a:defRPr b="0" i="0" sz="900" u="none" cap="none" strike="noStrike">
                <a:solidFill>
                  <a:srgbClr val="888888"/>
                </a:solidFill>
                <a:latin typeface="Proxima Nova"/>
                <a:ea typeface="Proxima Nova"/>
                <a:cs typeface="Proxima Nova"/>
                <a:sym typeface="Proxima Nova"/>
              </a:defRPr>
            </a:lvl4pPr>
            <a:lvl5pPr indent="0" lvl="4" marL="0" marR="0" rtl="0" algn="r">
              <a:spcBef>
                <a:spcPts val="0"/>
              </a:spcBef>
              <a:buNone/>
              <a:defRPr b="0" i="0" sz="900" u="none" cap="none" strike="noStrike">
                <a:solidFill>
                  <a:srgbClr val="888888"/>
                </a:solidFill>
                <a:latin typeface="Proxima Nova"/>
                <a:ea typeface="Proxima Nova"/>
                <a:cs typeface="Proxima Nova"/>
                <a:sym typeface="Proxima Nova"/>
              </a:defRPr>
            </a:lvl5pPr>
            <a:lvl6pPr indent="0" lvl="5" marL="0" marR="0" rtl="0" algn="r">
              <a:spcBef>
                <a:spcPts val="0"/>
              </a:spcBef>
              <a:buNone/>
              <a:defRPr b="0" i="0" sz="900" u="none" cap="none" strike="noStrike">
                <a:solidFill>
                  <a:srgbClr val="888888"/>
                </a:solidFill>
                <a:latin typeface="Proxima Nova"/>
                <a:ea typeface="Proxima Nova"/>
                <a:cs typeface="Proxima Nova"/>
                <a:sym typeface="Proxima Nova"/>
              </a:defRPr>
            </a:lvl6pPr>
            <a:lvl7pPr indent="0" lvl="6" marL="0" marR="0" rtl="0" algn="r">
              <a:spcBef>
                <a:spcPts val="0"/>
              </a:spcBef>
              <a:buNone/>
              <a:defRPr b="0" i="0" sz="900" u="none" cap="none" strike="noStrike">
                <a:solidFill>
                  <a:srgbClr val="888888"/>
                </a:solidFill>
                <a:latin typeface="Proxima Nova"/>
                <a:ea typeface="Proxima Nova"/>
                <a:cs typeface="Proxima Nova"/>
                <a:sym typeface="Proxima Nova"/>
              </a:defRPr>
            </a:lvl7pPr>
            <a:lvl8pPr indent="0" lvl="7" marL="0" marR="0" rtl="0" algn="r">
              <a:spcBef>
                <a:spcPts val="0"/>
              </a:spcBef>
              <a:buNone/>
              <a:defRPr b="0" i="0" sz="900" u="none" cap="none" strike="noStrike">
                <a:solidFill>
                  <a:srgbClr val="888888"/>
                </a:solidFill>
                <a:latin typeface="Proxima Nova"/>
                <a:ea typeface="Proxima Nova"/>
                <a:cs typeface="Proxima Nova"/>
                <a:sym typeface="Proxima Nova"/>
              </a:defRPr>
            </a:lvl8pPr>
            <a:lvl9pPr indent="0" lvl="8" marL="0" marR="0" rtl="0" algn="r">
              <a:spcBef>
                <a:spcPts val="0"/>
              </a:spcBef>
              <a:buNone/>
              <a:defRPr b="0" i="0" sz="900" u="none" cap="none" strike="noStrike">
                <a:solidFill>
                  <a:srgbClr val="888888"/>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IN"/>
              <a:t>‹#›</a:t>
            </a:fld>
            <a:endParaRPr/>
          </a:p>
        </p:txBody>
      </p:sp>
      <p:pic>
        <p:nvPicPr>
          <p:cNvPr id="13" name="Google Shape;13;p1"/>
          <p:cNvPicPr preferRelativeResize="0"/>
          <p:nvPr/>
        </p:nvPicPr>
        <p:blipFill rotWithShape="1">
          <a:blip r:embed="rId1">
            <a:alphaModFix/>
          </a:blip>
          <a:srcRect b="0" l="0" r="0" t="0"/>
          <a:stretch/>
        </p:blipFill>
        <p:spPr>
          <a:xfrm>
            <a:off x="7929762" y="209484"/>
            <a:ext cx="814046" cy="21721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398">
          <p15:clr>
            <a:srgbClr val="F26B43"/>
          </p15:clr>
        </p15:guide>
        <p15:guide id="2" orient="horz" pos="191">
          <p15:clr>
            <a:srgbClr val="F26B43"/>
          </p15:clr>
        </p15:guide>
        <p15:guide id="3" orient="horz" pos="344">
          <p15:clr>
            <a:srgbClr val="F26B43"/>
          </p15:clr>
        </p15:guide>
        <p15:guide id="4" pos="39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8.jpg"/><Relationship Id="rId4" Type="http://schemas.openxmlformats.org/officeDocument/2006/relationships/image" Target="../media/image1.png"/><Relationship Id="rId5"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4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44.png"/><Relationship Id="rId4"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14" name="Shape 614"/>
        <p:cNvGrpSpPr/>
        <p:nvPr/>
      </p:nvGrpSpPr>
      <p:grpSpPr>
        <a:xfrm>
          <a:off x="0" y="0"/>
          <a:ext cx="0" cy="0"/>
          <a:chOff x="0" y="0"/>
          <a:chExt cx="0" cy="0"/>
        </a:xfrm>
      </p:grpSpPr>
      <p:sp>
        <p:nvSpPr>
          <p:cNvPr id="615" name="Google Shape;615;p34"/>
          <p:cNvSpPr txBox="1"/>
          <p:nvPr/>
        </p:nvSpPr>
        <p:spPr>
          <a:xfrm>
            <a:off x="555037" y="2114911"/>
            <a:ext cx="6895272" cy="1171985"/>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Proxima Nova"/>
              <a:buNone/>
            </a:pPr>
            <a:r>
              <a:rPr lang="en-IN" sz="4000">
                <a:solidFill>
                  <a:schemeClr val="dk1"/>
                </a:solidFill>
                <a:latin typeface="Proxima Nova"/>
                <a:ea typeface="Proxima Nova"/>
                <a:cs typeface="Proxima Nova"/>
                <a:sym typeface="Proxima Nova"/>
              </a:rPr>
              <a:t>Data Science</a:t>
            </a:r>
            <a:r>
              <a:rPr b="0" i="0" lang="en-IN" sz="4000" u="none" cap="none" strike="noStrike">
                <a:solidFill>
                  <a:schemeClr val="dk1"/>
                </a:solidFill>
                <a:latin typeface="Proxima Nova"/>
                <a:ea typeface="Proxima Nova"/>
                <a:cs typeface="Proxima Nova"/>
                <a:sym typeface="Proxima Nova"/>
              </a:rPr>
              <a:t> Program</a:t>
            </a:r>
            <a:endParaRPr b="0" i="0" sz="4000" u="none" cap="none" strike="noStrike">
              <a:solidFill>
                <a:schemeClr val="dk1"/>
              </a:solidFill>
              <a:latin typeface="Proxima Nova"/>
              <a:ea typeface="Proxima Nova"/>
              <a:cs typeface="Proxima Nova"/>
              <a:sym typeface="Proxima Nova"/>
            </a:endParaRPr>
          </a:p>
        </p:txBody>
      </p:sp>
      <p:pic>
        <p:nvPicPr>
          <p:cNvPr id="616" name="Google Shape;616;p34"/>
          <p:cNvPicPr preferRelativeResize="0"/>
          <p:nvPr/>
        </p:nvPicPr>
        <p:blipFill rotWithShape="1">
          <a:blip r:embed="rId3">
            <a:alphaModFix/>
          </a:blip>
          <a:srcRect b="0" l="0" r="0" t="0"/>
          <a:stretch/>
        </p:blipFill>
        <p:spPr>
          <a:xfrm>
            <a:off x="7582370" y="0"/>
            <a:ext cx="1356542" cy="1577482"/>
          </a:xfrm>
          <a:prstGeom prst="rect">
            <a:avLst/>
          </a:prstGeom>
          <a:noFill/>
          <a:ln>
            <a:noFill/>
          </a:ln>
        </p:spPr>
      </p:pic>
      <p:sp>
        <p:nvSpPr>
          <p:cNvPr id="617" name="Google Shape;617;p34"/>
          <p:cNvSpPr txBox="1"/>
          <p:nvPr/>
        </p:nvSpPr>
        <p:spPr>
          <a:xfrm>
            <a:off x="1157111" y="716037"/>
            <a:ext cx="1655704" cy="13111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400"/>
              <a:buFont typeface="Arial"/>
              <a:buNone/>
            </a:pPr>
            <a:r>
              <a:t/>
            </a:r>
            <a:endParaRPr b="0" i="0" sz="1400" u="none" cap="none" strike="noStrike">
              <a:solidFill>
                <a:schemeClr val="lt1"/>
              </a:solidFill>
              <a:latin typeface="Proxima Nova"/>
              <a:ea typeface="Proxima Nova"/>
              <a:cs typeface="Proxima Nova"/>
              <a:sym typeface="Proxima Nova"/>
            </a:endParaRPr>
          </a:p>
          <a:p>
            <a:pPr indent="0" lvl="0" marL="0" marR="0" rtl="0" algn="l">
              <a:lnSpc>
                <a:spcPct val="90000"/>
              </a:lnSpc>
              <a:spcBef>
                <a:spcPts val="1000"/>
              </a:spcBef>
              <a:spcAft>
                <a:spcPts val="0"/>
              </a:spcAft>
              <a:buClr>
                <a:schemeClr val="dk1"/>
              </a:buClr>
              <a:buSzPts val="1400"/>
              <a:buFont typeface="Arial"/>
              <a:buNone/>
            </a:pPr>
            <a:r>
              <a:rPr b="0" i="1" lang="en-IN" sz="1400" u="none" cap="none" strike="noStrike">
                <a:solidFill>
                  <a:schemeClr val="dk1"/>
                </a:solidFill>
                <a:latin typeface="Proxima Nova"/>
                <a:ea typeface="Proxima Nova"/>
                <a:cs typeface="Proxima Nova"/>
                <a:sym typeface="Proxima Nova"/>
              </a:rPr>
              <a:t>    #LifeKoKaroLift</a:t>
            </a:r>
            <a:endParaRPr b="0" i="1" sz="1400" u="none" cap="none" strike="noStrike">
              <a:solidFill>
                <a:schemeClr val="dk1"/>
              </a:solidFill>
              <a:latin typeface="Proxima Nova"/>
              <a:ea typeface="Proxima Nova"/>
              <a:cs typeface="Proxima Nova"/>
              <a:sym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21" name="Shape 621"/>
        <p:cNvGrpSpPr/>
        <p:nvPr/>
      </p:nvGrpSpPr>
      <p:grpSpPr>
        <a:xfrm>
          <a:off x="0" y="0"/>
          <a:ext cx="0" cy="0"/>
          <a:chOff x="0" y="0"/>
          <a:chExt cx="0" cy="0"/>
        </a:xfrm>
      </p:grpSpPr>
      <p:pic>
        <p:nvPicPr>
          <p:cNvPr id="622" name="Google Shape;622;p35"/>
          <p:cNvPicPr preferRelativeResize="0"/>
          <p:nvPr>
            <p:ph idx="2" type="pic"/>
          </p:nvPr>
        </p:nvPicPr>
        <p:blipFill rotWithShape="1">
          <a:blip r:embed="rId3">
            <a:alphaModFix/>
          </a:blip>
          <a:srcRect b="7697" l="0" r="0" t="7698"/>
          <a:stretch/>
        </p:blipFill>
        <p:spPr>
          <a:xfrm>
            <a:off x="0" y="-11"/>
            <a:ext cx="9144000" cy="5143500"/>
          </a:xfrm>
          <a:prstGeom prst="rect">
            <a:avLst/>
          </a:prstGeom>
          <a:noFill/>
          <a:ln>
            <a:noFill/>
          </a:ln>
        </p:spPr>
      </p:pic>
      <p:pic>
        <p:nvPicPr>
          <p:cNvPr id="623" name="Google Shape;623;p35"/>
          <p:cNvPicPr preferRelativeResize="0"/>
          <p:nvPr/>
        </p:nvPicPr>
        <p:blipFill rotWithShape="1">
          <a:blip r:embed="rId4">
            <a:alphaModFix/>
          </a:blip>
          <a:srcRect b="0" l="0" r="0" t="0"/>
          <a:stretch/>
        </p:blipFill>
        <p:spPr>
          <a:xfrm>
            <a:off x="635172" y="0"/>
            <a:ext cx="3259769" cy="4041775"/>
          </a:xfrm>
          <a:prstGeom prst="rect">
            <a:avLst/>
          </a:prstGeom>
          <a:noFill/>
          <a:ln>
            <a:noFill/>
          </a:ln>
        </p:spPr>
      </p:pic>
      <p:sp>
        <p:nvSpPr>
          <p:cNvPr id="624" name="Google Shape;624;p35"/>
          <p:cNvSpPr txBox="1"/>
          <p:nvPr/>
        </p:nvSpPr>
        <p:spPr>
          <a:xfrm>
            <a:off x="733779" y="1063036"/>
            <a:ext cx="3000962" cy="1138297"/>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1800"/>
              <a:buFont typeface="Arial"/>
              <a:buNone/>
            </a:pPr>
            <a:r>
              <a:rPr b="1" i="0" lang="en-IN" sz="1800" u="none" cap="none" strike="noStrike">
                <a:solidFill>
                  <a:srgbClr val="FFFFFF"/>
                </a:solidFill>
                <a:latin typeface="Proxima Nova"/>
                <a:ea typeface="Proxima Nova"/>
                <a:cs typeface="Proxima Nova"/>
                <a:sym typeface="Proxima Nova"/>
              </a:rPr>
              <a:t>Course :</a:t>
            </a:r>
            <a:r>
              <a:rPr b="0" i="0" lang="en-IN" sz="1800" u="none" cap="none" strike="noStrike">
                <a:solidFill>
                  <a:schemeClr val="lt1"/>
                </a:solidFill>
                <a:latin typeface="Proxima Nova"/>
                <a:ea typeface="Proxima Nova"/>
                <a:cs typeface="Proxima Nova"/>
                <a:sym typeface="Proxima Nova"/>
              </a:rPr>
              <a:t> </a:t>
            </a:r>
            <a:r>
              <a:rPr lang="en-IN" sz="1800">
                <a:solidFill>
                  <a:schemeClr val="lt1"/>
                </a:solidFill>
                <a:latin typeface="Proxima Nova"/>
                <a:ea typeface="Proxima Nova"/>
                <a:cs typeface="Proxima Nova"/>
                <a:sym typeface="Proxima Nova"/>
              </a:rPr>
              <a:t>Data Science</a:t>
            </a:r>
            <a:endParaRPr b="0" i="0" sz="1800" u="none" cap="none" strike="noStrike">
              <a:solidFill>
                <a:schemeClr val="dk1"/>
              </a:solidFill>
              <a:latin typeface="Calibri"/>
              <a:ea typeface="Calibri"/>
              <a:cs typeface="Calibri"/>
              <a:sym typeface="Calibri"/>
            </a:endParaRPr>
          </a:p>
          <a:p>
            <a:pPr indent="0" lvl="0" marL="0" marR="0" rtl="0" algn="ctr">
              <a:lnSpc>
                <a:spcPct val="90000"/>
              </a:lnSpc>
              <a:spcBef>
                <a:spcPts val="1000"/>
              </a:spcBef>
              <a:spcAft>
                <a:spcPts val="0"/>
              </a:spcAft>
              <a:buClr>
                <a:srgbClr val="000000"/>
              </a:buClr>
              <a:buSzPts val="1800"/>
              <a:buFont typeface="Arial"/>
              <a:buNone/>
            </a:pPr>
            <a:r>
              <a:rPr b="1" i="0" lang="en-IN" sz="1800" u="none" cap="none" strike="noStrike">
                <a:solidFill>
                  <a:srgbClr val="FFFFFF"/>
                </a:solidFill>
                <a:latin typeface="Proxima Nova"/>
                <a:ea typeface="Proxima Nova"/>
                <a:cs typeface="Proxima Nova"/>
                <a:sym typeface="Proxima Nova"/>
              </a:rPr>
              <a:t>Lecture On :</a:t>
            </a:r>
            <a:r>
              <a:rPr b="0" i="0" lang="en-IN" sz="1800" u="none" cap="none" strike="noStrike">
                <a:solidFill>
                  <a:srgbClr val="FFFFFF"/>
                </a:solidFill>
                <a:latin typeface="Proxima Nova"/>
                <a:ea typeface="Proxima Nova"/>
                <a:cs typeface="Proxima Nova"/>
                <a:sym typeface="Proxima Nova"/>
              </a:rPr>
              <a:t> </a:t>
            </a:r>
            <a:r>
              <a:rPr lang="en-IN" sz="1800">
                <a:solidFill>
                  <a:schemeClr val="lt1"/>
                </a:solidFill>
                <a:latin typeface="Proxima Nova"/>
                <a:ea typeface="Proxima Nova"/>
                <a:cs typeface="Proxima Nova"/>
                <a:sym typeface="Proxima Nova"/>
              </a:rPr>
              <a:t>EDA: QnA</a:t>
            </a:r>
            <a:endParaRPr b="0" i="0" sz="1800" u="none" cap="none" strike="noStrike">
              <a:solidFill>
                <a:schemeClr val="dk1"/>
              </a:solidFill>
              <a:latin typeface="Calibri"/>
              <a:ea typeface="Calibri"/>
              <a:cs typeface="Calibri"/>
              <a:sym typeface="Calibri"/>
            </a:endParaRPr>
          </a:p>
          <a:p>
            <a:pPr indent="0" lvl="0" marL="0" marR="0" rtl="0" algn="ctr">
              <a:lnSpc>
                <a:spcPct val="90000"/>
              </a:lnSpc>
              <a:spcBef>
                <a:spcPts val="1000"/>
              </a:spcBef>
              <a:spcAft>
                <a:spcPts val="0"/>
              </a:spcAft>
              <a:buClr>
                <a:srgbClr val="000000"/>
              </a:buClr>
              <a:buSzPts val="1800"/>
              <a:buFont typeface="Arial"/>
              <a:buNone/>
            </a:pPr>
            <a:r>
              <a:rPr b="1" i="0" lang="en-IN" sz="1800" u="none" cap="none" strike="noStrike">
                <a:solidFill>
                  <a:srgbClr val="FFFFFF"/>
                </a:solidFill>
                <a:latin typeface="Proxima Nova"/>
                <a:ea typeface="Proxima Nova"/>
                <a:cs typeface="Proxima Nova"/>
                <a:sym typeface="Proxima Nova"/>
              </a:rPr>
              <a:t>Instructor :</a:t>
            </a:r>
            <a:r>
              <a:rPr b="0" i="0" lang="en-IN" sz="1800" u="none" cap="none" strike="noStrike">
                <a:solidFill>
                  <a:schemeClr val="lt1"/>
                </a:solidFill>
                <a:latin typeface="Proxima Nova"/>
                <a:ea typeface="Proxima Nova"/>
                <a:cs typeface="Proxima Nova"/>
                <a:sym typeface="Proxima Nova"/>
              </a:rPr>
              <a:t> </a:t>
            </a:r>
            <a:r>
              <a:rPr lang="en-IN" sz="1800">
                <a:solidFill>
                  <a:schemeClr val="lt1"/>
                </a:solidFill>
                <a:latin typeface="Proxima Nova"/>
                <a:ea typeface="Proxima Nova"/>
                <a:cs typeface="Proxima Nova"/>
                <a:sym typeface="Proxima Nova"/>
              </a:rPr>
              <a:t>Sumit Shukla</a:t>
            </a:r>
            <a:endParaRPr b="0" i="0" sz="1800" u="none" cap="none" strike="noStrike">
              <a:solidFill>
                <a:schemeClr val="lt1"/>
              </a:solidFill>
              <a:latin typeface="Proxima Nova"/>
              <a:ea typeface="Proxima Nova"/>
              <a:cs typeface="Proxima Nova"/>
              <a:sym typeface="Proxima Nova"/>
            </a:endParaRPr>
          </a:p>
        </p:txBody>
      </p:sp>
      <p:pic>
        <p:nvPicPr>
          <p:cNvPr id="625" name="Google Shape;625;p35"/>
          <p:cNvPicPr preferRelativeResize="0"/>
          <p:nvPr/>
        </p:nvPicPr>
        <p:blipFill rotWithShape="1">
          <a:blip r:embed="rId5">
            <a:alphaModFix/>
          </a:blip>
          <a:srcRect b="0" l="0" r="0" t="0"/>
          <a:stretch/>
        </p:blipFill>
        <p:spPr>
          <a:xfrm>
            <a:off x="7929288" y="210064"/>
            <a:ext cx="813630" cy="21721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29" name="Shape 629"/>
        <p:cNvGrpSpPr/>
        <p:nvPr/>
      </p:nvGrpSpPr>
      <p:grpSpPr>
        <a:xfrm>
          <a:off x="0" y="0"/>
          <a:ext cx="0" cy="0"/>
          <a:chOff x="0" y="0"/>
          <a:chExt cx="0" cy="0"/>
        </a:xfrm>
      </p:grpSpPr>
      <p:sp>
        <p:nvSpPr>
          <p:cNvPr id="630" name="Google Shape;630;p36"/>
          <p:cNvSpPr txBox="1"/>
          <p:nvPr/>
        </p:nvSpPr>
        <p:spPr>
          <a:xfrm>
            <a:off x="638175" y="654907"/>
            <a:ext cx="4432418" cy="52322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2800">
                <a:solidFill>
                  <a:schemeClr val="lt1"/>
                </a:solidFill>
                <a:latin typeface="Calibri"/>
                <a:ea typeface="Calibri"/>
                <a:cs typeface="Calibri"/>
                <a:sym typeface="Calibri"/>
              </a:rPr>
              <a:t>Topics:</a:t>
            </a:r>
            <a:endParaRPr sz="2800">
              <a:solidFill>
                <a:schemeClr val="lt1"/>
              </a:solidFill>
              <a:latin typeface="Calibri"/>
              <a:ea typeface="Calibri"/>
              <a:cs typeface="Calibri"/>
              <a:sym typeface="Calibri"/>
            </a:endParaRPr>
          </a:p>
        </p:txBody>
      </p:sp>
      <p:sp>
        <p:nvSpPr>
          <p:cNvPr id="631" name="Google Shape;631;p36"/>
          <p:cNvSpPr txBox="1"/>
          <p:nvPr/>
        </p:nvSpPr>
        <p:spPr>
          <a:xfrm>
            <a:off x="638175" y="1507524"/>
            <a:ext cx="488787"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1</a:t>
            </a:r>
            <a:endParaRPr/>
          </a:p>
        </p:txBody>
      </p:sp>
      <p:sp>
        <p:nvSpPr>
          <p:cNvPr id="632" name="Google Shape;632;p36"/>
          <p:cNvSpPr txBox="1"/>
          <p:nvPr/>
        </p:nvSpPr>
        <p:spPr>
          <a:xfrm>
            <a:off x="642293" y="1931780"/>
            <a:ext cx="488787"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2</a:t>
            </a:r>
            <a:endParaRPr sz="1800">
              <a:solidFill>
                <a:schemeClr val="lt1"/>
              </a:solidFill>
              <a:latin typeface="Calibri"/>
              <a:ea typeface="Calibri"/>
              <a:cs typeface="Calibri"/>
              <a:sym typeface="Calibri"/>
            </a:endParaRPr>
          </a:p>
        </p:txBody>
      </p:sp>
      <p:sp>
        <p:nvSpPr>
          <p:cNvPr id="633" name="Google Shape;633;p36"/>
          <p:cNvSpPr txBox="1"/>
          <p:nvPr/>
        </p:nvSpPr>
        <p:spPr>
          <a:xfrm>
            <a:off x="654650" y="2351911"/>
            <a:ext cx="488787"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3</a:t>
            </a:r>
            <a:endParaRPr sz="1800">
              <a:solidFill>
                <a:schemeClr val="lt1"/>
              </a:solidFill>
              <a:latin typeface="Calibri"/>
              <a:ea typeface="Calibri"/>
              <a:cs typeface="Calibri"/>
              <a:sym typeface="Calibri"/>
            </a:endParaRPr>
          </a:p>
        </p:txBody>
      </p:sp>
      <p:sp>
        <p:nvSpPr>
          <p:cNvPr id="634" name="Google Shape;634;p36"/>
          <p:cNvSpPr txBox="1"/>
          <p:nvPr/>
        </p:nvSpPr>
        <p:spPr>
          <a:xfrm>
            <a:off x="1126962" y="2343218"/>
            <a:ext cx="6171900" cy="3693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QNA</a:t>
            </a:r>
            <a:endParaRPr sz="1800">
              <a:solidFill>
                <a:schemeClr val="lt1"/>
              </a:solidFill>
              <a:latin typeface="Calibri"/>
              <a:ea typeface="Calibri"/>
              <a:cs typeface="Calibri"/>
              <a:sym typeface="Calibri"/>
            </a:endParaRPr>
          </a:p>
        </p:txBody>
      </p:sp>
      <p:sp>
        <p:nvSpPr>
          <p:cNvPr id="635" name="Google Shape;635;p36"/>
          <p:cNvSpPr txBox="1"/>
          <p:nvPr/>
        </p:nvSpPr>
        <p:spPr>
          <a:xfrm>
            <a:off x="1101060" y="1938785"/>
            <a:ext cx="6171763"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Data Imbalance</a:t>
            </a:r>
            <a:endParaRPr sz="1800">
              <a:solidFill>
                <a:schemeClr val="lt1"/>
              </a:solidFill>
              <a:latin typeface="Calibri"/>
              <a:ea typeface="Calibri"/>
              <a:cs typeface="Calibri"/>
              <a:sym typeface="Calibri"/>
            </a:endParaRPr>
          </a:p>
        </p:txBody>
      </p:sp>
      <p:sp>
        <p:nvSpPr>
          <p:cNvPr id="636" name="Google Shape;636;p36"/>
          <p:cNvSpPr txBox="1"/>
          <p:nvPr/>
        </p:nvSpPr>
        <p:spPr>
          <a:xfrm>
            <a:off x="1126962" y="1552653"/>
            <a:ext cx="6171763" cy="369332"/>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IN" sz="1800">
                <a:solidFill>
                  <a:schemeClr val="lt1"/>
                </a:solidFill>
                <a:latin typeface="Calibri"/>
                <a:ea typeface="Calibri"/>
                <a:cs typeface="Calibri"/>
                <a:sym typeface="Calibri"/>
              </a:rPr>
              <a:t>How to impute missing values</a:t>
            </a:r>
            <a:endParaRPr sz="1800">
              <a:solidFill>
                <a:schemeClr val="lt1"/>
              </a:solidFill>
              <a:latin typeface="Calibri"/>
              <a:ea typeface="Calibri"/>
              <a:cs typeface="Calibri"/>
              <a:sym typeface="Calibri"/>
            </a:endParaRPr>
          </a:p>
        </p:txBody>
      </p:sp>
      <p:sp>
        <p:nvSpPr>
          <p:cNvPr id="637" name="Google Shape;637;p36"/>
          <p:cNvSpPr txBox="1"/>
          <p:nvPr>
            <p:ph idx="11" type="ftr"/>
          </p:nvPr>
        </p:nvSpPr>
        <p:spPr>
          <a:xfrm>
            <a:off x="3028950" y="4767263"/>
            <a:ext cx="3086100" cy="273844"/>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IN"/>
              <a:t>Data Science Certification Program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41" name="Shape 641"/>
        <p:cNvGrpSpPr/>
        <p:nvPr/>
      </p:nvGrpSpPr>
      <p:grpSpPr>
        <a:xfrm>
          <a:off x="0" y="0"/>
          <a:ext cx="0" cy="0"/>
          <a:chOff x="0" y="0"/>
          <a:chExt cx="0" cy="0"/>
        </a:xfrm>
      </p:grpSpPr>
      <p:sp>
        <p:nvSpPr>
          <p:cNvPr id="642" name="Google Shape;642;p37"/>
          <p:cNvSpPr txBox="1"/>
          <p:nvPr/>
        </p:nvSpPr>
        <p:spPr>
          <a:xfrm>
            <a:off x="385994" y="126216"/>
            <a:ext cx="4292794" cy="403035"/>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Missing Value Imputation</a:t>
            </a:r>
            <a:endParaRPr b="0" i="0" sz="2340">
              <a:solidFill>
                <a:schemeClr val="lt1"/>
              </a:solidFill>
              <a:latin typeface="Proxima Nova"/>
              <a:ea typeface="Proxima Nova"/>
              <a:cs typeface="Proxima Nova"/>
              <a:sym typeface="Proxima Nova"/>
            </a:endParaRPr>
          </a:p>
        </p:txBody>
      </p:sp>
      <p:sp>
        <p:nvSpPr>
          <p:cNvPr id="643" name="Google Shape;643;p37"/>
          <p:cNvSpPr/>
          <p:nvPr/>
        </p:nvSpPr>
        <p:spPr>
          <a:xfrm>
            <a:off x="0" y="634701"/>
            <a:ext cx="9144000" cy="346934"/>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44" name="Google Shape;644;p37"/>
          <p:cNvSpPr txBox="1"/>
          <p:nvPr/>
        </p:nvSpPr>
        <p:spPr>
          <a:xfrm>
            <a:off x="446175" y="1294775"/>
            <a:ext cx="8279100" cy="3384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In reality, Imputing a missing value is not a easy task and there is no best method available in our Data Science world that can actually take care of missing value imputation. When we talk about imputing a missing value, we are actually adding some biase to the data and this can lead to biased results.</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Why Data is missing?</a:t>
            </a:r>
            <a:endParaRPr b="1">
              <a:solidFill>
                <a:schemeClr val="dk1"/>
              </a:solidFill>
              <a:latin typeface="Proxima Nova"/>
              <a:ea typeface="Proxima Nova"/>
              <a:cs typeface="Proxima Nova"/>
              <a:sym typeface="Proxima Nova"/>
            </a:endParaRPr>
          </a:p>
          <a:p>
            <a:pPr indent="-317500" lvl="0" marL="457200" marR="0" rtl="0" algn="l">
              <a:lnSpc>
                <a:spcPct val="100000"/>
              </a:lnSpc>
              <a:spcBef>
                <a:spcPts val="120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Due to failure of device that collects it: Example Telecom</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Due to non-availability of the field: Example: Filling up a online form.</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Due to merging multiple files.</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Due to data </a:t>
            </a:r>
            <a:r>
              <a:rPr lang="en-IN">
                <a:solidFill>
                  <a:schemeClr val="dk1"/>
                </a:solidFill>
                <a:latin typeface="Proxima Nova"/>
                <a:ea typeface="Proxima Nova"/>
                <a:cs typeface="Proxima Nova"/>
                <a:sym typeface="Proxima Nova"/>
              </a:rPr>
              <a:t>transfer</a:t>
            </a:r>
            <a:r>
              <a:rPr lang="en-IN">
                <a:solidFill>
                  <a:schemeClr val="dk1"/>
                </a:solidFill>
                <a:latin typeface="Proxima Nova"/>
                <a:ea typeface="Proxima Nova"/>
                <a:cs typeface="Proxima Nova"/>
                <a:sym typeface="Proxima Nova"/>
              </a:rPr>
              <a:t>.</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Due to non-supported unicode: Example: Hindi Language</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What to do when data is missing? Let’s try to answer this question.</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t/>
            </a:r>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48" name="Shape 648"/>
        <p:cNvGrpSpPr/>
        <p:nvPr/>
      </p:nvGrpSpPr>
      <p:grpSpPr>
        <a:xfrm>
          <a:off x="0" y="0"/>
          <a:ext cx="0" cy="0"/>
          <a:chOff x="0" y="0"/>
          <a:chExt cx="0" cy="0"/>
        </a:xfrm>
      </p:grpSpPr>
      <p:sp>
        <p:nvSpPr>
          <p:cNvPr id="649" name="Google Shape;649;p38"/>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Missing Value Imputation</a:t>
            </a:r>
            <a:endParaRPr b="0" i="0" sz="2340">
              <a:solidFill>
                <a:schemeClr val="lt1"/>
              </a:solidFill>
              <a:latin typeface="Proxima Nova"/>
              <a:ea typeface="Proxima Nova"/>
              <a:cs typeface="Proxima Nova"/>
              <a:sym typeface="Proxima Nova"/>
            </a:endParaRPr>
          </a:p>
        </p:txBody>
      </p:sp>
      <p:sp>
        <p:nvSpPr>
          <p:cNvPr id="650" name="Google Shape;650;p38"/>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1" name="Google Shape;651;p38"/>
          <p:cNvSpPr txBox="1"/>
          <p:nvPr/>
        </p:nvSpPr>
        <p:spPr>
          <a:xfrm>
            <a:off x="432450" y="981500"/>
            <a:ext cx="8279100" cy="389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Do Nothing.</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Some algorithms available are well capable of handling missing values. They remove them first then run the model, predict the missing values, impute them and then run the final model. Xgboost, LightGBM. But SKLearn needs data cleaned with no missing values.</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Removing or Dropping the missing values.</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It’s good to remove missing values, but not always. We should only remove the missing values when:</a:t>
            </a:r>
            <a:endParaRPr>
              <a:solidFill>
                <a:schemeClr val="dk1"/>
              </a:solidFill>
              <a:latin typeface="Proxima Nova"/>
              <a:ea typeface="Proxima Nova"/>
              <a:cs typeface="Proxima Nova"/>
              <a:sym typeface="Proxima Nova"/>
            </a:endParaRPr>
          </a:p>
          <a:p>
            <a:pPr indent="-317500" lvl="0" marL="914400" marR="0" rtl="0" algn="l">
              <a:lnSpc>
                <a:spcPct val="100000"/>
              </a:lnSpc>
              <a:spcBef>
                <a:spcPts val="120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If the data available for analysis is limited. Remember huge data means great results. </a:t>
            </a:r>
            <a:endParaRPr>
              <a:solidFill>
                <a:schemeClr val="dk1"/>
              </a:solidFill>
              <a:latin typeface="Proxima Nova"/>
              <a:ea typeface="Proxima Nova"/>
              <a:cs typeface="Proxima Nova"/>
              <a:sym typeface="Proxima Nova"/>
            </a:endParaRPr>
          </a:p>
          <a:p>
            <a:pPr indent="-317500" lvl="0" marL="914400" marR="0" rtl="0" algn="l">
              <a:lnSpc>
                <a:spcPct val="100000"/>
              </a:lnSpc>
              <a:spcBef>
                <a:spcPts val="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If the column doesn’t make any business sense.</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Should we drop a column with more than 20% to 30% missing values? Well, it </a:t>
            </a:r>
            <a:r>
              <a:rPr lang="en-IN"/>
              <a:t>totally depends on the case to case. Suppose there is column ‘X’ with 50% missing values and you think that the column is super important for the analysis, then please don’t drop the column.We have to impute it.</a:t>
            </a:r>
            <a:endParaRPr/>
          </a:p>
          <a:p>
            <a:pPr indent="0" lvl="0" marL="0" marR="0" rtl="0" algn="l">
              <a:lnSpc>
                <a:spcPct val="100000"/>
              </a:lnSpc>
              <a:spcBef>
                <a:spcPts val="1200"/>
              </a:spcBef>
              <a:spcAft>
                <a:spcPts val="0"/>
              </a:spcAft>
              <a:buNone/>
            </a:pPr>
            <a:r>
              <a:rPr lang="en-IN"/>
              <a:t>I have seen cases where after imputing the results we great. The titanic problem in Kaggle has variable age which has around 20% missing values, but we considered it and imputed it.</a:t>
            </a:r>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55" name="Shape 655"/>
        <p:cNvGrpSpPr/>
        <p:nvPr/>
      </p:nvGrpSpPr>
      <p:grpSpPr>
        <a:xfrm>
          <a:off x="0" y="0"/>
          <a:ext cx="0" cy="0"/>
          <a:chOff x="0" y="0"/>
          <a:chExt cx="0" cy="0"/>
        </a:xfrm>
      </p:grpSpPr>
      <p:sp>
        <p:nvSpPr>
          <p:cNvPr id="656" name="Google Shape;656;p39"/>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Missing Value Imputation</a:t>
            </a:r>
            <a:endParaRPr b="0" i="0" sz="2340">
              <a:solidFill>
                <a:schemeClr val="lt1"/>
              </a:solidFill>
              <a:latin typeface="Proxima Nova"/>
              <a:ea typeface="Proxima Nova"/>
              <a:cs typeface="Proxima Nova"/>
              <a:sym typeface="Proxima Nova"/>
            </a:endParaRPr>
          </a:p>
        </p:txBody>
      </p:sp>
      <p:sp>
        <p:nvSpPr>
          <p:cNvPr id="657" name="Google Shape;657;p39"/>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58" name="Google Shape;658;p39"/>
          <p:cNvSpPr txBox="1"/>
          <p:nvPr/>
        </p:nvSpPr>
        <p:spPr>
          <a:xfrm>
            <a:off x="432450" y="1331975"/>
            <a:ext cx="8279100" cy="333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Imputing with mean, median.</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Now this is the laziest method out of all the methods available. What we do here is we basically impute the missing values by the mean or media of the column. </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120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The method is easy for data science beginners but not for experts. </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Not good for Huge datasets as it reduces the variance of the data.</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Char char="●"/>
            </a:pPr>
            <a:r>
              <a:rPr lang="en-IN">
                <a:solidFill>
                  <a:schemeClr val="dk1"/>
                </a:solidFill>
                <a:latin typeface="Proxima Nova"/>
                <a:ea typeface="Proxima Nova"/>
                <a:cs typeface="Proxima Nova"/>
                <a:sym typeface="Proxima Nova"/>
              </a:rPr>
              <a:t>It doesn’t consider the impact of other variables or columns.</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Intelligent method to impute by mean/median.</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There is one missing value for product ‘B3’ but it belong to category ‘X’, </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So we should take the mean of X category and use it to impute the ‘NA’</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t/>
            </a:r>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p:txBody>
      </p:sp>
      <p:pic>
        <p:nvPicPr>
          <p:cNvPr id="659" name="Google Shape;659;p39"/>
          <p:cNvPicPr preferRelativeResize="0"/>
          <p:nvPr/>
        </p:nvPicPr>
        <p:blipFill>
          <a:blip r:embed="rId3">
            <a:alphaModFix/>
          </a:blip>
          <a:stretch>
            <a:fillRect/>
          </a:stretch>
        </p:blipFill>
        <p:spPr>
          <a:xfrm>
            <a:off x="6613075" y="3010063"/>
            <a:ext cx="1866900" cy="1552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63" name="Shape 663"/>
        <p:cNvGrpSpPr/>
        <p:nvPr/>
      </p:nvGrpSpPr>
      <p:grpSpPr>
        <a:xfrm>
          <a:off x="0" y="0"/>
          <a:ext cx="0" cy="0"/>
          <a:chOff x="0" y="0"/>
          <a:chExt cx="0" cy="0"/>
        </a:xfrm>
      </p:grpSpPr>
      <p:sp>
        <p:nvSpPr>
          <p:cNvPr id="664" name="Google Shape;664;p40"/>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Missing Value Imputation</a:t>
            </a:r>
            <a:endParaRPr b="0" i="0" sz="2340">
              <a:solidFill>
                <a:schemeClr val="lt1"/>
              </a:solidFill>
              <a:latin typeface="Proxima Nova"/>
              <a:ea typeface="Proxima Nova"/>
              <a:cs typeface="Proxima Nova"/>
              <a:sym typeface="Proxima Nova"/>
            </a:endParaRPr>
          </a:p>
        </p:txBody>
      </p:sp>
      <p:sp>
        <p:nvSpPr>
          <p:cNvPr id="665" name="Google Shape;665;p40"/>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66" name="Google Shape;666;p40"/>
          <p:cNvSpPr txBox="1"/>
          <p:nvPr/>
        </p:nvSpPr>
        <p:spPr>
          <a:xfrm>
            <a:off x="432450" y="1331975"/>
            <a:ext cx="8279100" cy="333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Impu</a:t>
            </a:r>
            <a:r>
              <a:rPr b="1" lang="en-IN">
                <a:solidFill>
                  <a:schemeClr val="dk1"/>
                </a:solidFill>
                <a:latin typeface="Proxima Nova"/>
                <a:ea typeface="Proxima Nova"/>
                <a:cs typeface="Proxima Nova"/>
                <a:sym typeface="Proxima Nova"/>
              </a:rPr>
              <a:t>ting with mode.</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This is used when we have missing value for categorical data. We take the count of each category present in our column and then impute the missing value with the category with the highest count. Is the method biased?</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When to use mean vs median?</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Mean should be used when the data is free from outliers. If there are outliers your mean value will be not correct. Media should be used if the column consist of so many outliers.</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Intelligent way?</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Mode: Divide the data into top level category and then check for mode.</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Mean VS Median: If there are outliers: Divide the data and then calculate the mean.</a:t>
            </a:r>
            <a:endParaRPr>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70" name="Shape 670"/>
        <p:cNvGrpSpPr/>
        <p:nvPr/>
      </p:nvGrpSpPr>
      <p:grpSpPr>
        <a:xfrm>
          <a:off x="0" y="0"/>
          <a:ext cx="0" cy="0"/>
          <a:chOff x="0" y="0"/>
          <a:chExt cx="0" cy="0"/>
        </a:xfrm>
      </p:grpSpPr>
      <p:sp>
        <p:nvSpPr>
          <p:cNvPr id="671" name="Google Shape;671;p41"/>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Missing Value Imputation</a:t>
            </a:r>
            <a:endParaRPr b="0" i="0" sz="2340">
              <a:solidFill>
                <a:schemeClr val="lt1"/>
              </a:solidFill>
              <a:latin typeface="Proxima Nova"/>
              <a:ea typeface="Proxima Nova"/>
              <a:cs typeface="Proxima Nova"/>
              <a:sym typeface="Proxima Nova"/>
            </a:endParaRPr>
          </a:p>
        </p:txBody>
      </p:sp>
      <p:sp>
        <p:nvSpPr>
          <p:cNvPr id="672" name="Google Shape;672;p41"/>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73" name="Google Shape;673;p41"/>
          <p:cNvSpPr txBox="1"/>
          <p:nvPr/>
        </p:nvSpPr>
        <p:spPr>
          <a:xfrm>
            <a:off x="432450" y="1331975"/>
            <a:ext cx="8279100" cy="333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When to impute with ZERO?</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We tend to consider a missing value as 0 for most of the cases, but it’s not true always. Be very careful while imputing a missing with 0. If the minimum value is zero, then we can impute zero. If your are super sure that a missing is a zero.</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Smart Ways:</a:t>
            </a:r>
            <a:endParaRPr b="1">
              <a:solidFill>
                <a:schemeClr val="dk1"/>
              </a:solidFill>
              <a:latin typeface="Proxima Nova"/>
              <a:ea typeface="Proxima Nova"/>
              <a:cs typeface="Proxima Nova"/>
              <a:sym typeface="Proxima Nova"/>
            </a:endParaRPr>
          </a:p>
          <a:p>
            <a:pPr indent="-317500" lvl="0" marL="457200" marR="0" rtl="0" algn="l">
              <a:lnSpc>
                <a:spcPct val="100000"/>
              </a:lnSpc>
              <a:spcBef>
                <a:spcPts val="1200"/>
              </a:spcBef>
              <a:spcAft>
                <a:spcPts val="0"/>
              </a:spcAft>
              <a:buClr>
                <a:schemeClr val="dk1"/>
              </a:buClr>
              <a:buSzPts val="1400"/>
              <a:buFont typeface="Proxima Nova"/>
              <a:buAutoNum type="arabicPeriod"/>
            </a:pPr>
            <a:r>
              <a:rPr b="1" lang="en-IN">
                <a:solidFill>
                  <a:schemeClr val="dk1"/>
                </a:solidFill>
                <a:latin typeface="Proxima Nova"/>
                <a:ea typeface="Proxima Nova"/>
                <a:cs typeface="Proxima Nova"/>
                <a:sym typeface="Proxima Nova"/>
              </a:rPr>
              <a:t>Linear Regression</a:t>
            </a:r>
            <a:endParaRPr b="1">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AutoNum type="arabicPeriod"/>
            </a:pPr>
            <a:r>
              <a:rPr b="1" lang="en-IN">
                <a:solidFill>
                  <a:schemeClr val="dk1"/>
                </a:solidFill>
                <a:latin typeface="Proxima Nova"/>
                <a:ea typeface="Proxima Nova"/>
                <a:cs typeface="Proxima Nova"/>
                <a:sym typeface="Proxima Nova"/>
              </a:rPr>
              <a:t>KNN</a:t>
            </a:r>
            <a:endParaRPr b="1">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AutoNum type="arabicPeriod"/>
            </a:pPr>
            <a:r>
              <a:rPr b="1" lang="en-IN">
                <a:solidFill>
                  <a:schemeClr val="dk1"/>
                </a:solidFill>
                <a:latin typeface="Proxima Nova"/>
                <a:ea typeface="Proxima Nova"/>
                <a:cs typeface="Proxima Nova"/>
                <a:sym typeface="Proxima Nova"/>
              </a:rPr>
              <a:t>MICE</a:t>
            </a:r>
            <a:endParaRPr b="1">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77" name="Shape 677"/>
        <p:cNvGrpSpPr/>
        <p:nvPr/>
      </p:nvGrpSpPr>
      <p:grpSpPr>
        <a:xfrm>
          <a:off x="0" y="0"/>
          <a:ext cx="0" cy="0"/>
          <a:chOff x="0" y="0"/>
          <a:chExt cx="0" cy="0"/>
        </a:xfrm>
      </p:grpSpPr>
      <p:sp>
        <p:nvSpPr>
          <p:cNvPr id="678" name="Google Shape;678;p42"/>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Missing Value Imputation</a:t>
            </a:r>
            <a:endParaRPr b="0" i="0" sz="2340">
              <a:solidFill>
                <a:schemeClr val="lt1"/>
              </a:solidFill>
              <a:latin typeface="Proxima Nova"/>
              <a:ea typeface="Proxima Nova"/>
              <a:cs typeface="Proxima Nova"/>
              <a:sym typeface="Proxima Nova"/>
            </a:endParaRPr>
          </a:p>
        </p:txBody>
      </p:sp>
      <p:sp>
        <p:nvSpPr>
          <p:cNvPr id="679" name="Google Shape;679;p42"/>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0" name="Google Shape;680;p42"/>
          <p:cNvSpPr txBox="1"/>
          <p:nvPr/>
        </p:nvSpPr>
        <p:spPr>
          <a:xfrm>
            <a:off x="432450" y="1331975"/>
            <a:ext cx="8279100" cy="333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Linear Regression:</a:t>
            </a:r>
            <a:endParaRPr b="1">
              <a:solidFill>
                <a:schemeClr val="dk1"/>
              </a:solidFill>
              <a:latin typeface="Proxima Nova"/>
              <a:ea typeface="Proxima Nova"/>
              <a:cs typeface="Proxima Nova"/>
              <a:sym typeface="Proxima Nova"/>
            </a:endParaRPr>
          </a:p>
          <a:p>
            <a:pPr indent="-317500" lvl="0" marL="457200" marR="0" rtl="0" algn="l">
              <a:lnSpc>
                <a:spcPct val="100000"/>
              </a:lnSpc>
              <a:spcBef>
                <a:spcPts val="1200"/>
              </a:spcBef>
              <a:spcAft>
                <a:spcPts val="0"/>
              </a:spcAft>
              <a:buClr>
                <a:schemeClr val="dk1"/>
              </a:buClr>
              <a:buSzPts val="1400"/>
              <a:buFont typeface="Proxima Nova"/>
              <a:buAutoNum type="arabicPeriod"/>
            </a:pPr>
            <a:r>
              <a:rPr lang="en-IN">
                <a:solidFill>
                  <a:schemeClr val="dk1"/>
                </a:solidFill>
                <a:latin typeface="Proxima Nova"/>
                <a:ea typeface="Proxima Nova"/>
                <a:cs typeface="Proxima Nova"/>
                <a:sym typeface="Proxima Nova"/>
              </a:rPr>
              <a:t>Find the highly correlated variables with X6</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AutoNum type="arabicPeriod"/>
            </a:pPr>
            <a:r>
              <a:rPr lang="en-IN">
                <a:solidFill>
                  <a:schemeClr val="dk1"/>
                </a:solidFill>
                <a:latin typeface="Proxima Nova"/>
                <a:ea typeface="Proxima Nova"/>
                <a:cs typeface="Proxima Nova"/>
                <a:sym typeface="Proxima Nova"/>
              </a:rPr>
              <a:t>Use them to model the missing value.</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AutoNum type="arabicPeriod"/>
            </a:pPr>
            <a:r>
              <a:rPr lang="en-IN">
                <a:solidFill>
                  <a:schemeClr val="dk1"/>
                </a:solidFill>
                <a:latin typeface="Proxima Nova"/>
                <a:ea typeface="Proxima Nova"/>
                <a:cs typeface="Proxima Nova"/>
                <a:sym typeface="Proxima Nova"/>
              </a:rPr>
              <a:t>Say B1, B2 and B3 are selected</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AutoNum type="arabicPeriod"/>
            </a:pPr>
            <a:r>
              <a:rPr lang="en-IN">
                <a:solidFill>
                  <a:schemeClr val="dk1"/>
                </a:solidFill>
                <a:latin typeface="Proxima Nova"/>
                <a:ea typeface="Proxima Nova"/>
                <a:cs typeface="Proxima Nova"/>
                <a:sym typeface="Proxima Nova"/>
              </a:rPr>
              <a:t>X6 = B0+B1X1+B2X2+B3X3</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KNN:</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t/>
            </a:r>
            <a:endParaRPr b="1">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p:txBody>
      </p:sp>
      <p:pic>
        <p:nvPicPr>
          <p:cNvPr id="681" name="Google Shape;681;p42"/>
          <p:cNvPicPr preferRelativeResize="0"/>
          <p:nvPr/>
        </p:nvPicPr>
        <p:blipFill rotWithShape="1">
          <a:blip r:embed="rId3">
            <a:alphaModFix/>
          </a:blip>
          <a:srcRect b="0" l="534" r="524" t="0"/>
          <a:stretch/>
        </p:blipFill>
        <p:spPr>
          <a:xfrm>
            <a:off x="4678688" y="1390650"/>
            <a:ext cx="3724275" cy="1181100"/>
          </a:xfrm>
          <a:prstGeom prst="rect">
            <a:avLst/>
          </a:prstGeom>
          <a:noFill/>
          <a:ln>
            <a:noFill/>
          </a:ln>
        </p:spPr>
      </p:pic>
      <p:pic>
        <p:nvPicPr>
          <p:cNvPr id="682" name="Google Shape;682;p42"/>
          <p:cNvPicPr preferRelativeResize="0"/>
          <p:nvPr/>
        </p:nvPicPr>
        <p:blipFill>
          <a:blip r:embed="rId4">
            <a:alphaModFix/>
          </a:blip>
          <a:stretch>
            <a:fillRect/>
          </a:stretch>
        </p:blipFill>
        <p:spPr>
          <a:xfrm>
            <a:off x="2257425" y="2859738"/>
            <a:ext cx="4629150" cy="2200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86" name="Shape 686"/>
        <p:cNvGrpSpPr/>
        <p:nvPr/>
      </p:nvGrpSpPr>
      <p:grpSpPr>
        <a:xfrm>
          <a:off x="0" y="0"/>
          <a:ext cx="0" cy="0"/>
          <a:chOff x="0" y="0"/>
          <a:chExt cx="0" cy="0"/>
        </a:xfrm>
      </p:grpSpPr>
      <p:sp>
        <p:nvSpPr>
          <p:cNvPr id="687" name="Google Shape;687;p43"/>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Missing Value Imputation</a:t>
            </a:r>
            <a:endParaRPr b="0" i="0" sz="2340">
              <a:solidFill>
                <a:schemeClr val="lt1"/>
              </a:solidFill>
              <a:latin typeface="Proxima Nova"/>
              <a:ea typeface="Proxima Nova"/>
              <a:cs typeface="Proxima Nova"/>
              <a:sym typeface="Proxima Nova"/>
            </a:endParaRPr>
          </a:p>
        </p:txBody>
      </p:sp>
      <p:sp>
        <p:nvSpPr>
          <p:cNvPr id="688" name="Google Shape;688;p43"/>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89" name="Google Shape;689;p43"/>
          <p:cNvSpPr txBox="1"/>
          <p:nvPr/>
        </p:nvSpPr>
        <p:spPr>
          <a:xfrm>
            <a:off x="432450" y="1331975"/>
            <a:ext cx="8279100" cy="333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Multivariate Imputation by Chained Equation (MICE):</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This technique imputes the missing value multiple times and measures the </a:t>
            </a:r>
            <a:r>
              <a:rPr lang="en-IN">
                <a:solidFill>
                  <a:schemeClr val="dk1"/>
                </a:solidFill>
                <a:latin typeface="Proxima Nova"/>
                <a:ea typeface="Proxima Nova"/>
                <a:cs typeface="Proxima Nova"/>
                <a:sym typeface="Proxima Nova"/>
              </a:rPr>
              <a:t>goodness</a:t>
            </a:r>
            <a:r>
              <a:rPr lang="en-IN">
                <a:solidFill>
                  <a:schemeClr val="dk1"/>
                </a:solidFill>
                <a:latin typeface="Proxima Nova"/>
                <a:ea typeface="Proxima Nova"/>
                <a:cs typeface="Proxima Nova"/>
                <a:sym typeface="Proxima Nova"/>
              </a:rPr>
              <a:t> of imputed values.</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MICE uses chained equations to carry out the process. Multiple Linear regression models are used to predict the missing values.</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t/>
            </a:r>
            <a:endParaRPr b="1">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93" name="Shape 693"/>
        <p:cNvGrpSpPr/>
        <p:nvPr/>
      </p:nvGrpSpPr>
      <p:grpSpPr>
        <a:xfrm>
          <a:off x="0" y="0"/>
          <a:ext cx="0" cy="0"/>
          <a:chOff x="0" y="0"/>
          <a:chExt cx="0" cy="0"/>
        </a:xfrm>
      </p:grpSpPr>
      <p:sp>
        <p:nvSpPr>
          <p:cNvPr id="694" name="Google Shape;694;p44"/>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Data Imbalance</a:t>
            </a:r>
            <a:endParaRPr b="0" i="0" sz="2340">
              <a:solidFill>
                <a:schemeClr val="lt1"/>
              </a:solidFill>
              <a:latin typeface="Proxima Nova"/>
              <a:ea typeface="Proxima Nova"/>
              <a:cs typeface="Proxima Nova"/>
              <a:sym typeface="Proxima Nova"/>
            </a:endParaRPr>
          </a:p>
        </p:txBody>
      </p:sp>
      <p:sp>
        <p:nvSpPr>
          <p:cNvPr id="695" name="Google Shape;695;p44"/>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96" name="Google Shape;696;p44"/>
          <p:cNvSpPr txBox="1"/>
          <p:nvPr/>
        </p:nvSpPr>
        <p:spPr>
          <a:xfrm>
            <a:off x="432450" y="1331975"/>
            <a:ext cx="8279100" cy="333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What is Data Imbalance:</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lang="en-IN">
                <a:solidFill>
                  <a:schemeClr val="dk1"/>
                </a:solidFill>
                <a:latin typeface="Proxima Nova"/>
                <a:ea typeface="Proxima Nova"/>
                <a:cs typeface="Proxima Nova"/>
                <a:sym typeface="Proxima Nova"/>
              </a:rPr>
              <a:t>Classification task: Data with more number of one class than other. Suppose there are 100 rows in data with 80 rows labelled as class 1 and 20 as class 2. Now this data is imbalanced. </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How to handle it?</a:t>
            </a:r>
            <a:endParaRPr b="1">
              <a:solidFill>
                <a:schemeClr val="dk1"/>
              </a:solidFill>
              <a:latin typeface="Proxima Nova"/>
              <a:ea typeface="Proxima Nova"/>
              <a:cs typeface="Proxima Nova"/>
              <a:sym typeface="Proxima Nova"/>
            </a:endParaRPr>
          </a:p>
          <a:p>
            <a:pPr indent="-317500" lvl="0" marL="457200" marR="0" rtl="0" algn="l">
              <a:lnSpc>
                <a:spcPct val="100000"/>
              </a:lnSpc>
              <a:spcBef>
                <a:spcPts val="1200"/>
              </a:spcBef>
              <a:spcAft>
                <a:spcPts val="0"/>
              </a:spcAft>
              <a:buClr>
                <a:schemeClr val="dk1"/>
              </a:buClr>
              <a:buSzPts val="1400"/>
              <a:buFont typeface="Proxima Nova"/>
              <a:buAutoNum type="arabicPeriod"/>
            </a:pPr>
            <a:r>
              <a:rPr lang="en-IN">
                <a:solidFill>
                  <a:schemeClr val="dk1"/>
                </a:solidFill>
                <a:latin typeface="Proxima Nova"/>
                <a:ea typeface="Proxima Nova"/>
                <a:cs typeface="Proxima Nova"/>
                <a:sym typeface="Proxima Nova"/>
              </a:rPr>
              <a:t>Oversampling</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AutoNum type="arabicPeriod"/>
            </a:pPr>
            <a:r>
              <a:rPr lang="en-IN">
                <a:solidFill>
                  <a:schemeClr val="dk1"/>
                </a:solidFill>
                <a:latin typeface="Proxima Nova"/>
                <a:ea typeface="Proxima Nova"/>
                <a:cs typeface="Proxima Nova"/>
                <a:sym typeface="Proxima Nova"/>
              </a:rPr>
              <a:t>Let the algorithm handle it: Penalize algo(class_weight = ‘balanced’)</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AutoNum type="arabicPeriod"/>
            </a:pPr>
            <a:r>
              <a:rPr lang="en-IN">
                <a:solidFill>
                  <a:schemeClr val="dk1"/>
                </a:solidFill>
                <a:latin typeface="Proxima Nova"/>
                <a:ea typeface="Proxima Nova"/>
                <a:cs typeface="Proxima Nova"/>
                <a:sym typeface="Proxima Nova"/>
              </a:rPr>
              <a:t>Use Tree based algorithms: Random forest.</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t/>
            </a:r>
            <a:endParaRPr b="1">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00" name="Shape 700"/>
        <p:cNvGrpSpPr/>
        <p:nvPr/>
      </p:nvGrpSpPr>
      <p:grpSpPr>
        <a:xfrm>
          <a:off x="0" y="0"/>
          <a:ext cx="0" cy="0"/>
          <a:chOff x="0" y="0"/>
          <a:chExt cx="0" cy="0"/>
        </a:xfrm>
      </p:grpSpPr>
      <p:sp>
        <p:nvSpPr>
          <p:cNvPr id="701" name="Google Shape;701;p45"/>
          <p:cNvSpPr txBox="1"/>
          <p:nvPr/>
        </p:nvSpPr>
        <p:spPr>
          <a:xfrm>
            <a:off x="385994" y="126216"/>
            <a:ext cx="4292700" cy="402900"/>
          </a:xfrm>
          <a:prstGeom prst="rect">
            <a:avLst/>
          </a:prstGeom>
          <a:noFill/>
          <a:ln>
            <a:noFill/>
          </a:ln>
        </p:spPr>
        <p:txBody>
          <a:bodyPr anchorCtr="0" anchor="ctr" bIns="45700" lIns="91425" spcFirstLastPara="1" rIns="91425" wrap="square" tIns="45700">
            <a:noAutofit/>
          </a:bodyPr>
          <a:lstStyle/>
          <a:p>
            <a:pPr indent="0" lvl="0" marL="0" marR="0" rtl="0" algn="l">
              <a:lnSpc>
                <a:spcPct val="80000"/>
              </a:lnSpc>
              <a:spcBef>
                <a:spcPts val="0"/>
              </a:spcBef>
              <a:spcAft>
                <a:spcPts val="0"/>
              </a:spcAft>
              <a:buClr>
                <a:schemeClr val="lt1"/>
              </a:buClr>
              <a:buSzPts val="2340"/>
              <a:buFont typeface="Proxima Nova"/>
              <a:buNone/>
            </a:pPr>
            <a:r>
              <a:rPr lang="en-IN" sz="2340">
                <a:solidFill>
                  <a:schemeClr val="lt1"/>
                </a:solidFill>
                <a:latin typeface="Proxima Nova"/>
                <a:ea typeface="Proxima Nova"/>
                <a:cs typeface="Proxima Nova"/>
                <a:sym typeface="Proxima Nova"/>
              </a:rPr>
              <a:t>EDA Steps</a:t>
            </a:r>
            <a:endParaRPr b="0" i="0" sz="2340">
              <a:solidFill>
                <a:schemeClr val="lt1"/>
              </a:solidFill>
              <a:latin typeface="Proxima Nova"/>
              <a:ea typeface="Proxima Nova"/>
              <a:cs typeface="Proxima Nova"/>
              <a:sym typeface="Proxima Nova"/>
            </a:endParaRPr>
          </a:p>
        </p:txBody>
      </p:sp>
      <p:sp>
        <p:nvSpPr>
          <p:cNvPr id="702" name="Google Shape;702;p45"/>
          <p:cNvSpPr/>
          <p:nvPr/>
        </p:nvSpPr>
        <p:spPr>
          <a:xfrm>
            <a:off x="0" y="634701"/>
            <a:ext cx="9144000" cy="346800"/>
          </a:xfrm>
          <a:prstGeom prst="rect">
            <a:avLst/>
          </a:prstGeom>
          <a:solidFill>
            <a:srgbClr val="E72D4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03" name="Google Shape;703;p45"/>
          <p:cNvSpPr txBox="1"/>
          <p:nvPr/>
        </p:nvSpPr>
        <p:spPr>
          <a:xfrm>
            <a:off x="432450" y="1331975"/>
            <a:ext cx="8279100" cy="3335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200"/>
              </a:spcBef>
              <a:spcAft>
                <a:spcPts val="0"/>
              </a:spcAft>
              <a:buNone/>
            </a:pPr>
            <a:r>
              <a:rPr b="1" lang="en-IN">
                <a:solidFill>
                  <a:schemeClr val="dk1"/>
                </a:solidFill>
                <a:latin typeface="Proxima Nova"/>
                <a:ea typeface="Proxima Nova"/>
                <a:cs typeface="Proxima Nova"/>
                <a:sym typeface="Proxima Nova"/>
              </a:rPr>
              <a:t>How to proceed with EDA?</a:t>
            </a:r>
            <a:endParaRPr b="1">
              <a:solidFill>
                <a:schemeClr val="dk1"/>
              </a:solidFill>
              <a:latin typeface="Proxima Nova"/>
              <a:ea typeface="Proxima Nova"/>
              <a:cs typeface="Proxima Nova"/>
              <a:sym typeface="Proxima Nova"/>
            </a:endParaRPr>
          </a:p>
          <a:p>
            <a:pPr indent="-317500" lvl="0" marL="457200" marR="0" rtl="0" algn="l">
              <a:lnSpc>
                <a:spcPct val="100000"/>
              </a:lnSpc>
              <a:spcBef>
                <a:spcPts val="1200"/>
              </a:spcBef>
              <a:spcAft>
                <a:spcPts val="0"/>
              </a:spcAft>
              <a:buClr>
                <a:schemeClr val="dk1"/>
              </a:buClr>
              <a:buSzPts val="1400"/>
              <a:buFont typeface="Proxima Nova"/>
              <a:buAutoNum type="arabicPeriod"/>
            </a:pPr>
            <a:r>
              <a:rPr lang="en-IN">
                <a:solidFill>
                  <a:schemeClr val="dk1"/>
                </a:solidFill>
                <a:latin typeface="Proxima Nova"/>
                <a:ea typeface="Proxima Nova"/>
                <a:cs typeface="Proxima Nova"/>
                <a:sym typeface="Proxima Nova"/>
              </a:rPr>
              <a:t>Data Collection</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AutoNum type="arabicPeriod"/>
            </a:pPr>
            <a:r>
              <a:rPr lang="en-IN">
                <a:solidFill>
                  <a:schemeClr val="dk1"/>
                </a:solidFill>
                <a:latin typeface="Proxima Nova"/>
                <a:ea typeface="Proxima Nova"/>
                <a:cs typeface="Proxima Nova"/>
                <a:sym typeface="Proxima Nova"/>
              </a:rPr>
              <a:t>Data Cleaning</a:t>
            </a:r>
            <a:endParaRPr>
              <a:solidFill>
                <a:schemeClr val="dk1"/>
              </a:solidFill>
              <a:latin typeface="Proxima Nova"/>
              <a:ea typeface="Proxima Nova"/>
              <a:cs typeface="Proxima Nova"/>
              <a:sym typeface="Proxima Nova"/>
            </a:endParaRPr>
          </a:p>
          <a:p>
            <a:pPr indent="-317500" lvl="1" marL="914400" marR="0" rtl="0" algn="l">
              <a:lnSpc>
                <a:spcPct val="100000"/>
              </a:lnSpc>
              <a:spcBef>
                <a:spcPts val="0"/>
              </a:spcBef>
              <a:spcAft>
                <a:spcPts val="0"/>
              </a:spcAft>
              <a:buClr>
                <a:schemeClr val="dk1"/>
              </a:buClr>
              <a:buSzPts val="1400"/>
              <a:buFont typeface="Proxima Nova"/>
              <a:buAutoNum type="alphaLcPeriod"/>
            </a:pPr>
            <a:r>
              <a:rPr lang="en-IN">
                <a:solidFill>
                  <a:schemeClr val="dk1"/>
                </a:solidFill>
                <a:latin typeface="Proxima Nova"/>
                <a:ea typeface="Proxima Nova"/>
                <a:cs typeface="Proxima Nova"/>
                <a:sym typeface="Proxima Nova"/>
              </a:rPr>
              <a:t>Missing values</a:t>
            </a:r>
            <a:endParaRPr>
              <a:solidFill>
                <a:schemeClr val="dk1"/>
              </a:solidFill>
              <a:latin typeface="Proxima Nova"/>
              <a:ea typeface="Proxima Nova"/>
              <a:cs typeface="Proxima Nova"/>
              <a:sym typeface="Proxima Nova"/>
            </a:endParaRPr>
          </a:p>
          <a:p>
            <a:pPr indent="-317500" lvl="1" marL="914400" marR="0" rtl="0" algn="l">
              <a:lnSpc>
                <a:spcPct val="100000"/>
              </a:lnSpc>
              <a:spcBef>
                <a:spcPts val="0"/>
              </a:spcBef>
              <a:spcAft>
                <a:spcPts val="0"/>
              </a:spcAft>
              <a:buClr>
                <a:schemeClr val="dk1"/>
              </a:buClr>
              <a:buSzPts val="1400"/>
              <a:buFont typeface="Proxima Nova"/>
              <a:buAutoNum type="alphaLcPeriod"/>
            </a:pPr>
            <a:r>
              <a:rPr lang="en-IN">
                <a:solidFill>
                  <a:schemeClr val="dk1"/>
                </a:solidFill>
                <a:latin typeface="Proxima Nova"/>
                <a:ea typeface="Proxima Nova"/>
                <a:cs typeface="Proxima Nova"/>
                <a:sym typeface="Proxima Nova"/>
              </a:rPr>
              <a:t>outliers</a:t>
            </a:r>
            <a:endParaRPr>
              <a:solidFill>
                <a:schemeClr val="dk1"/>
              </a:solidFill>
              <a:latin typeface="Proxima Nova"/>
              <a:ea typeface="Proxima Nova"/>
              <a:cs typeface="Proxima Nova"/>
              <a:sym typeface="Proxima Nova"/>
            </a:endParaRPr>
          </a:p>
          <a:p>
            <a:pPr indent="-317500" lvl="1" marL="914400" marR="0" rtl="0" algn="l">
              <a:lnSpc>
                <a:spcPct val="100000"/>
              </a:lnSpc>
              <a:spcBef>
                <a:spcPts val="0"/>
              </a:spcBef>
              <a:spcAft>
                <a:spcPts val="0"/>
              </a:spcAft>
              <a:buClr>
                <a:schemeClr val="dk1"/>
              </a:buClr>
              <a:buSzPts val="1400"/>
              <a:buFont typeface="Proxima Nova"/>
              <a:buAutoNum type="alphaLcPeriod"/>
            </a:pPr>
            <a:r>
              <a:rPr lang="en-IN">
                <a:solidFill>
                  <a:schemeClr val="dk1"/>
                </a:solidFill>
                <a:latin typeface="Proxima Nova"/>
                <a:ea typeface="Proxima Nova"/>
                <a:cs typeface="Proxima Nova"/>
                <a:sym typeface="Proxima Nova"/>
              </a:rPr>
              <a:t>Duplicate values</a:t>
            </a:r>
            <a:endParaRPr>
              <a:solidFill>
                <a:schemeClr val="dk1"/>
              </a:solidFill>
              <a:latin typeface="Proxima Nova"/>
              <a:ea typeface="Proxima Nova"/>
              <a:cs typeface="Proxima Nova"/>
              <a:sym typeface="Proxima Nova"/>
            </a:endParaRPr>
          </a:p>
          <a:p>
            <a:pPr indent="-317500" lvl="1" marL="914400" marR="0" rtl="0" algn="l">
              <a:lnSpc>
                <a:spcPct val="100000"/>
              </a:lnSpc>
              <a:spcBef>
                <a:spcPts val="0"/>
              </a:spcBef>
              <a:spcAft>
                <a:spcPts val="0"/>
              </a:spcAft>
              <a:buClr>
                <a:schemeClr val="dk1"/>
              </a:buClr>
              <a:buSzPts val="1400"/>
              <a:buFont typeface="Proxima Nova"/>
              <a:buAutoNum type="alphaLcPeriod"/>
            </a:pPr>
            <a:r>
              <a:rPr lang="en-IN">
                <a:solidFill>
                  <a:schemeClr val="dk1"/>
                </a:solidFill>
                <a:latin typeface="Proxima Nova"/>
                <a:ea typeface="Proxima Nova"/>
                <a:cs typeface="Proxima Nova"/>
                <a:sym typeface="Proxima Nova"/>
              </a:rPr>
              <a:t>Incorrect data types</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AutoNum type="arabicPeriod"/>
            </a:pPr>
            <a:r>
              <a:rPr lang="en-IN">
                <a:solidFill>
                  <a:schemeClr val="dk1"/>
                </a:solidFill>
                <a:latin typeface="Proxima Nova"/>
                <a:ea typeface="Proxima Nova"/>
                <a:cs typeface="Proxima Nova"/>
                <a:sym typeface="Proxima Nova"/>
              </a:rPr>
              <a:t>Uni-variate analysis – one variable/column analysis</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AutoNum type="arabicPeriod"/>
            </a:pPr>
            <a:r>
              <a:rPr lang="en-IN">
                <a:solidFill>
                  <a:schemeClr val="dk1"/>
                </a:solidFill>
                <a:latin typeface="Proxima Nova"/>
                <a:ea typeface="Proxima Nova"/>
                <a:cs typeface="Proxima Nova"/>
                <a:sym typeface="Proxima Nova"/>
              </a:rPr>
              <a:t>Bi-variate analysis – pair of columns analysis (correlation between variables)</a:t>
            </a:r>
            <a:endParaRPr>
              <a:solidFill>
                <a:schemeClr val="dk1"/>
              </a:solidFill>
              <a:latin typeface="Proxima Nova"/>
              <a:ea typeface="Proxima Nova"/>
              <a:cs typeface="Proxima Nova"/>
              <a:sym typeface="Proxima Nova"/>
            </a:endParaRPr>
          </a:p>
          <a:p>
            <a:pPr indent="-317500" lvl="0" marL="457200" marR="0" rtl="0" algn="l">
              <a:lnSpc>
                <a:spcPct val="100000"/>
              </a:lnSpc>
              <a:spcBef>
                <a:spcPts val="0"/>
              </a:spcBef>
              <a:spcAft>
                <a:spcPts val="0"/>
              </a:spcAft>
              <a:buClr>
                <a:schemeClr val="dk1"/>
              </a:buClr>
              <a:buSzPts val="1400"/>
              <a:buFont typeface="Proxima Nova"/>
              <a:buAutoNum type="arabicPeriod"/>
            </a:pPr>
            <a:r>
              <a:rPr lang="en-IN">
                <a:solidFill>
                  <a:schemeClr val="dk1"/>
                </a:solidFill>
                <a:latin typeface="Proxima Nova"/>
                <a:ea typeface="Proxima Nova"/>
                <a:cs typeface="Proxima Nova"/>
                <a:sym typeface="Proxima Nova"/>
              </a:rPr>
              <a:t>Derived metrics – adding extra column for analysis(If required)</a:t>
            </a:r>
            <a:endParaRPr>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t/>
            </a:r>
            <a:endParaRPr b="1">
              <a:solidFill>
                <a:schemeClr val="dk1"/>
              </a:solidFill>
              <a:latin typeface="Proxima Nova"/>
              <a:ea typeface="Proxima Nova"/>
              <a:cs typeface="Proxima Nova"/>
              <a:sym typeface="Proxima Nova"/>
            </a:endParaRPr>
          </a:p>
          <a:p>
            <a:pPr indent="0" lvl="0" marL="0" marR="0" rtl="0" algn="l">
              <a:lnSpc>
                <a:spcPct val="100000"/>
              </a:lnSpc>
              <a:spcBef>
                <a:spcPts val="1200"/>
              </a:spcBef>
              <a:spcAft>
                <a:spcPts val="0"/>
              </a:spcAft>
              <a:buNone/>
            </a:pPr>
            <a:r>
              <a:t/>
            </a:r>
            <a:endParaRPr b="1">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a:p>
            <a:pPr indent="-196850" lvl="0" marL="285750" marR="0" rtl="0" algn="l">
              <a:lnSpc>
                <a:spcPct val="100000"/>
              </a:lnSpc>
              <a:spcBef>
                <a:spcPts val="1200"/>
              </a:spcBef>
              <a:spcAft>
                <a:spcPts val="0"/>
              </a:spcAft>
              <a:buClr>
                <a:schemeClr val="dk1"/>
              </a:buClr>
              <a:buSzPts val="1400"/>
              <a:buFont typeface="Arial"/>
              <a:buNone/>
            </a:pPr>
            <a:r>
              <a:t/>
            </a:r>
            <a:endParaRPr b="0" sz="1400">
              <a:solidFill>
                <a:schemeClr val="dk1"/>
              </a:solidFill>
              <a:latin typeface="Proxima Nova"/>
              <a:ea typeface="Proxima Nova"/>
              <a:cs typeface="Proxima Nova"/>
              <a:sym typeface="Proxima Nov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07" name="Shape 707"/>
        <p:cNvGrpSpPr/>
        <p:nvPr/>
      </p:nvGrpSpPr>
      <p:grpSpPr>
        <a:xfrm>
          <a:off x="0" y="0"/>
          <a:ext cx="0" cy="0"/>
          <a:chOff x="0" y="0"/>
          <a:chExt cx="0" cy="0"/>
        </a:xfrm>
      </p:grpSpPr>
      <p:sp>
        <p:nvSpPr>
          <p:cNvPr id="708" name="Google Shape;708;p46"/>
          <p:cNvSpPr txBox="1"/>
          <p:nvPr/>
        </p:nvSpPr>
        <p:spPr>
          <a:xfrm>
            <a:off x="555037" y="2114911"/>
            <a:ext cx="6895272" cy="1171985"/>
          </a:xfrm>
          <a:prstGeom prst="rect">
            <a:avLst/>
          </a:prstGeom>
          <a:noFill/>
          <a:ln>
            <a:noFill/>
          </a:ln>
        </p:spPr>
        <p:txBody>
          <a:bodyPr anchorCtr="0" anchor="b"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Proxima Nova"/>
              <a:buNone/>
            </a:pPr>
            <a:r>
              <a:rPr lang="en-IN" sz="4000">
                <a:solidFill>
                  <a:schemeClr val="dk1"/>
                </a:solidFill>
                <a:latin typeface="Proxima Nova"/>
                <a:ea typeface="Proxima Nova"/>
                <a:cs typeface="Proxima Nova"/>
                <a:sym typeface="Proxima Nova"/>
              </a:rPr>
              <a:t>Thank You!</a:t>
            </a:r>
            <a:endParaRPr sz="4000">
              <a:solidFill>
                <a:schemeClr val="dk1"/>
              </a:solidFill>
              <a:latin typeface="Proxima Nova"/>
              <a:ea typeface="Proxima Nova"/>
              <a:cs typeface="Proxima Nova"/>
              <a:sym typeface="Proxima Nova"/>
            </a:endParaRPr>
          </a:p>
        </p:txBody>
      </p:sp>
      <p:pic>
        <p:nvPicPr>
          <p:cNvPr id="709" name="Google Shape;709;p46"/>
          <p:cNvPicPr preferRelativeResize="0"/>
          <p:nvPr/>
        </p:nvPicPr>
        <p:blipFill rotWithShape="1">
          <a:blip r:embed="rId3">
            <a:alphaModFix/>
          </a:blip>
          <a:srcRect b="0" l="0" r="0" t="0"/>
          <a:stretch/>
        </p:blipFill>
        <p:spPr>
          <a:xfrm>
            <a:off x="7582370" y="0"/>
            <a:ext cx="1356542" cy="1577482"/>
          </a:xfrm>
          <a:prstGeom prst="rect">
            <a:avLst/>
          </a:prstGeom>
          <a:noFill/>
          <a:ln>
            <a:noFill/>
          </a:ln>
        </p:spPr>
      </p:pic>
      <p:sp>
        <p:nvSpPr>
          <p:cNvPr id="710" name="Google Shape;710;p46"/>
          <p:cNvSpPr txBox="1"/>
          <p:nvPr/>
        </p:nvSpPr>
        <p:spPr>
          <a:xfrm>
            <a:off x="1157111" y="716037"/>
            <a:ext cx="1655704" cy="1311121"/>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1400"/>
              <a:buFont typeface="Arial"/>
              <a:buNone/>
            </a:pPr>
            <a:r>
              <a:t/>
            </a:r>
            <a:endParaRPr sz="1400">
              <a:solidFill>
                <a:schemeClr val="lt1"/>
              </a:solidFill>
              <a:latin typeface="Proxima Nova"/>
              <a:ea typeface="Proxima Nova"/>
              <a:cs typeface="Proxima Nova"/>
              <a:sym typeface="Proxima Nova"/>
            </a:endParaRPr>
          </a:p>
          <a:p>
            <a:pPr indent="0" lvl="0" marL="0" marR="0" rtl="0" algn="l">
              <a:lnSpc>
                <a:spcPct val="90000"/>
              </a:lnSpc>
              <a:spcBef>
                <a:spcPts val="1000"/>
              </a:spcBef>
              <a:spcAft>
                <a:spcPts val="0"/>
              </a:spcAft>
              <a:buClr>
                <a:schemeClr val="dk1"/>
              </a:buClr>
              <a:buSzPts val="1400"/>
              <a:buFont typeface="Arial"/>
              <a:buNone/>
            </a:pPr>
            <a:r>
              <a:rPr i="1" lang="en-IN" sz="1400">
                <a:solidFill>
                  <a:schemeClr val="dk1"/>
                </a:solidFill>
                <a:latin typeface="Proxima Nova"/>
                <a:ea typeface="Proxima Nova"/>
                <a:cs typeface="Proxima Nova"/>
                <a:sym typeface="Proxima Nova"/>
              </a:rPr>
              <a:t>    #LifeKoKaroLift</a:t>
            </a:r>
            <a:endParaRPr i="1" sz="1400">
              <a:solidFill>
                <a:schemeClr val="dk1"/>
              </a:solidFill>
              <a:latin typeface="Proxima Nova"/>
              <a:ea typeface="Proxima Nova"/>
              <a:cs typeface="Proxima Nova"/>
              <a:sym typeface="Proxima Nov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STER_UPGRAD">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